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4"/>
  </p:sldMasterIdLst>
  <p:notesMasterIdLst>
    <p:notesMasterId r:id="rId6"/>
  </p:notesMasterIdLst>
  <p:sldIdLst>
    <p:sldId id="3540" r:id="rId5"/>
  </p:sldIdLst>
  <p:sldSz cx="12192000" cy="6858000"/>
  <p:notesSz cx="6858000" cy="9144000"/>
  <p:custDataLst>
    <p:tags r:id="rId7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0F1E19-4A2D-40DA-8965-5E80B7870C5A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61FDD9-8333-47A9-B299-0EA98858E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3F8C0E2-BEED-4119-89E2-824C8B29ACF6}"/>
              </a:ext>
            </a:extLst>
          </p:cNvPr>
          <p:cNvSpPr/>
          <p:nvPr userDrawn="1"/>
        </p:nvSpPr>
        <p:spPr>
          <a:xfrm>
            <a:off x="0" y="1807744"/>
            <a:ext cx="12192000" cy="32392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63" tIns="71963" rIns="71963" bIns="71963" rtlCol="0" anchor="ctr"/>
          <a:lstStyle/>
          <a:p>
            <a:pPr algn="ctr"/>
            <a:endParaRPr lang="en-US" sz="1999" dirty="0" err="1">
              <a:latin typeface="Daimler CS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55F08CF-FD30-4DFE-96AD-8E839CCE5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017" y="1826313"/>
            <a:ext cx="10433966" cy="80178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B0DB739C-B838-4097-8DB9-D611715570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435" y="722555"/>
            <a:ext cx="4933132" cy="374313"/>
          </a:xfrm>
          <a:prstGeom prst="rect">
            <a:avLst/>
          </a:prstGeom>
        </p:spPr>
      </p:pic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D0A6D9CB-B457-41A8-9665-E97A5E446F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9017" y="2654747"/>
            <a:ext cx="10433966" cy="365675"/>
          </a:xfrm>
        </p:spPr>
        <p:txBody>
          <a:bodyPr/>
          <a:lstStyle>
            <a:lvl1pPr>
              <a:defRPr sz="1999"/>
            </a:lvl1pPr>
            <a:lvl2pPr marL="0" indent="0">
              <a:buNone/>
              <a:defRPr/>
            </a:lvl2pPr>
          </a:lstStyle>
          <a:p>
            <a:pPr lvl="0"/>
            <a:r>
              <a:rPr lang="de-DE"/>
              <a:t>Formatvorlagen des Textmasters bearbeiten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DF073E-7301-4BEC-B384-640CA658C9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017" y="5511188"/>
            <a:ext cx="10433966" cy="88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4198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5B543E-DCF0-45C6-B9BD-043B8399582F}"/>
              </a:ext>
            </a:extLst>
          </p:cNvPr>
          <p:cNvSpPr/>
          <p:nvPr userDrawn="1"/>
        </p:nvSpPr>
        <p:spPr>
          <a:xfrm>
            <a:off x="518905" y="1807745"/>
            <a:ext cx="11154191" cy="28793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63" tIns="71963" rIns="71963" bIns="71963" rtlCol="0" anchor="ctr"/>
          <a:lstStyle/>
          <a:p>
            <a:pPr algn="ctr"/>
            <a:endParaRPr lang="en-US" sz="1999" dirty="0" err="1">
              <a:latin typeface="Daimler CS" pitchFamily="2" charset="0"/>
            </a:endParaRPr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7CF7EBEB-3E99-4BFE-9F28-CBDC83EF02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56532" y="2515818"/>
            <a:ext cx="5756451" cy="3959083"/>
          </a:xfrm>
          <a:prstGeom prst="rect">
            <a:avLst/>
          </a:prstGeom>
          <a:solidFill>
            <a:srgbClr val="C8C8C8"/>
          </a:solidFill>
        </p:spPr>
        <p:txBody>
          <a:bodyPr anchor="ctr" anchorCtr="1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55F08CF-FD30-4DFE-96AD-8E839CCE5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017" y="2170118"/>
            <a:ext cx="4317751" cy="801788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FA81EE36-2520-4F1F-AACC-35C6297E1C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9017" y="4029744"/>
            <a:ext cx="4317751" cy="365675"/>
          </a:xfrm>
        </p:spPr>
        <p:txBody>
          <a:bodyPr anchor="b"/>
          <a:lstStyle>
            <a:lvl1pPr>
              <a:defRPr sz="1999"/>
            </a:lvl1pPr>
            <a:lvl2pPr marL="0" indent="0">
              <a:buNone/>
              <a:defRPr/>
            </a:lvl2pPr>
          </a:lstStyle>
          <a:p>
            <a:pPr lvl="0"/>
            <a:r>
              <a:rPr lang="de-DE"/>
              <a:t>Formatvorlagen des Textmasters bearbeiten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B0DB739C-B838-4097-8DB9-D611715570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435" y="722555"/>
            <a:ext cx="4933132" cy="374313"/>
          </a:xfrm>
          <a:prstGeom prst="rect">
            <a:avLst/>
          </a:prstGeom>
        </p:spPr>
      </p:pic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DA00C46F-55CB-4A4D-8F91-416F71668B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9017" y="5831392"/>
            <a:ext cx="4317751" cy="365675"/>
          </a:xfrm>
        </p:spPr>
        <p:txBody>
          <a:bodyPr anchor="b"/>
          <a:lstStyle>
            <a:lvl1pPr>
              <a:defRPr sz="1999"/>
            </a:lvl1pPr>
            <a:lvl2pPr marL="0" indent="0">
              <a:buNone/>
              <a:defRPr/>
            </a:lvl2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F5EFED12-B887-471E-A3B0-486F11675D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9017" y="5468406"/>
            <a:ext cx="4317751" cy="365675"/>
          </a:xfrm>
        </p:spPr>
        <p:txBody>
          <a:bodyPr anchor="b"/>
          <a:lstStyle>
            <a:lvl1pPr>
              <a:defRPr sz="1999"/>
            </a:lvl1pPr>
            <a:lvl2pPr marL="0" indent="0">
              <a:buNone/>
              <a:defRPr/>
            </a:lvl2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1483924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Slid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>
            <a:extLst>
              <a:ext uri="{FF2B5EF4-FFF2-40B4-BE49-F238E27FC236}">
                <a16:creationId xmlns:a16="http://schemas.microsoft.com/office/drawing/2014/main" id="{8188222B-7421-6545-BAD4-E43409110D8E}"/>
              </a:ext>
            </a:extLst>
          </p:cNvPr>
          <p:cNvSpPr/>
          <p:nvPr userDrawn="1"/>
        </p:nvSpPr>
        <p:spPr>
          <a:xfrm>
            <a:off x="0" y="-1"/>
            <a:ext cx="12192001" cy="648661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2" tIns="71982" rIns="71982" bIns="71982" rtlCol="0" anchor="ctr"/>
          <a:lstStyle/>
          <a:p>
            <a:pPr algn="ctr"/>
            <a:endParaRPr lang="de-DE" sz="2000" dirty="0" err="1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905" y="367117"/>
            <a:ext cx="11154191" cy="1007766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Titelmasterformat durch Klicken bearbeiten</a:t>
            </a:r>
            <a:endParaRPr lang="de-DE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631284C0-5B51-4CB5-8FF2-F87EC9694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9B39A4BE-184F-4A75-BD90-169AB711D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C6B85960-75C6-4D64-BEDD-E6B317FB92C2}"/>
              </a:ext>
            </a:extLst>
          </p:cNvPr>
          <p:cNvSpPr txBox="1">
            <a:spLocks/>
          </p:cNvSpPr>
          <p:nvPr userDrawn="1"/>
        </p:nvSpPr>
        <p:spPr>
          <a:xfrm>
            <a:off x="509280" y="6550484"/>
            <a:ext cx="169111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de-DE"/>
            </a:defPPr>
            <a:lvl1pPr marL="0" algn="r" defTabSz="1088959" rtl="0" eaLnBrk="1" latinLnBrk="0" hangingPunct="1">
              <a:defRPr lang="de-DE" sz="1000" b="0" i="0" kern="1200" smtClean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defRPr>
            </a:lvl1pPr>
            <a:lvl2pPr marL="54447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95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43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791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9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87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135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83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54">
              <a:lnSpc>
                <a:spcPct val="108000"/>
              </a:lnSpc>
              <a:spcAft>
                <a:spcPts val="1007"/>
              </a:spcAft>
              <a:buFont typeface="+mj-lt"/>
              <a:buNone/>
            </a:pPr>
            <a:r>
              <a:rPr lang="de-DE" sz="999" b="0" i="0" kern="1200" dirty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rPr>
              <a:t>Daimler Truck</a:t>
            </a:r>
          </a:p>
        </p:txBody>
      </p:sp>
    </p:spTree>
    <p:extLst>
      <p:ext uri="{BB962C8B-B14F-4D97-AF65-F5344CB8AC3E}">
        <p14:creationId xmlns:p14="http://schemas.microsoft.com/office/powerpoint/2010/main" val="38721045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Slide (Option 2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2"/>
          <p:cNvSpPr>
            <a:spLocks noGrp="1"/>
          </p:cNvSpPr>
          <p:nvPr>
            <p:ph type="title"/>
          </p:nvPr>
        </p:nvSpPr>
        <p:spPr>
          <a:xfrm>
            <a:off x="518905" y="365675"/>
            <a:ext cx="11154191" cy="100776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088773"/>
            <a:ext cx="12190451" cy="5397838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3EB4FAF0-F8B5-4F7A-86EA-6CF465B3F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BEAE5BDC-7129-4BF3-9B53-214497953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518D7455-DF47-4BD2-ABF0-2D6199796934}"/>
              </a:ext>
            </a:extLst>
          </p:cNvPr>
          <p:cNvSpPr txBox="1">
            <a:spLocks/>
          </p:cNvSpPr>
          <p:nvPr userDrawn="1"/>
        </p:nvSpPr>
        <p:spPr>
          <a:xfrm>
            <a:off x="509280" y="6550484"/>
            <a:ext cx="169111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de-DE"/>
            </a:defPPr>
            <a:lvl1pPr marL="0" algn="r" defTabSz="1088959" rtl="0" eaLnBrk="1" latinLnBrk="0" hangingPunct="1">
              <a:defRPr lang="de-DE" sz="1000" b="0" i="0" kern="1200" smtClean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defRPr>
            </a:lvl1pPr>
            <a:lvl2pPr marL="54447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95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43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791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9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87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135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83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54">
              <a:lnSpc>
                <a:spcPct val="108000"/>
              </a:lnSpc>
              <a:spcAft>
                <a:spcPts val="1007"/>
              </a:spcAft>
              <a:buFont typeface="+mj-lt"/>
              <a:buNone/>
            </a:pPr>
            <a:r>
              <a:rPr lang="de-DE" sz="999" b="0" i="0" kern="1200" dirty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rPr>
              <a:t>Daimler Truck</a:t>
            </a:r>
          </a:p>
        </p:txBody>
      </p:sp>
    </p:spTree>
    <p:extLst>
      <p:ext uri="{BB962C8B-B14F-4D97-AF65-F5344CB8AC3E}">
        <p14:creationId xmlns:p14="http://schemas.microsoft.com/office/powerpoint/2010/main" val="12904054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>
            <a:extLst>
              <a:ext uri="{FF2B5EF4-FFF2-40B4-BE49-F238E27FC236}">
                <a16:creationId xmlns:a16="http://schemas.microsoft.com/office/drawing/2014/main" id="{8188222B-7421-6545-BAD4-E43409110D8E}"/>
              </a:ext>
            </a:extLst>
          </p:cNvPr>
          <p:cNvSpPr/>
          <p:nvPr userDrawn="1"/>
        </p:nvSpPr>
        <p:spPr>
          <a:xfrm>
            <a:off x="0" y="-1"/>
            <a:ext cx="12192001" cy="648661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2" tIns="71982" rIns="71982" bIns="71982" rtlCol="0" anchor="ctr"/>
          <a:lstStyle/>
          <a:p>
            <a:pPr algn="ctr"/>
            <a:endParaRPr lang="de-DE" sz="2000" dirty="0" err="1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905" y="367117"/>
            <a:ext cx="11154191" cy="1007766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Titelmasterformat durch Klicken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75F9D445-1C9D-FC46-B761-CD7029A002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8905" y="1450464"/>
            <a:ext cx="11154191" cy="491646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631284C0-5B51-4CB5-8FF2-F87EC9694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9B39A4BE-184F-4A75-BD90-169AB711D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C6B85960-75C6-4D64-BEDD-E6B317FB92C2}"/>
              </a:ext>
            </a:extLst>
          </p:cNvPr>
          <p:cNvSpPr txBox="1">
            <a:spLocks/>
          </p:cNvSpPr>
          <p:nvPr userDrawn="1"/>
        </p:nvSpPr>
        <p:spPr>
          <a:xfrm>
            <a:off x="509280" y="6550484"/>
            <a:ext cx="169111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de-DE"/>
            </a:defPPr>
            <a:lvl1pPr marL="0" algn="r" defTabSz="1088959" rtl="0" eaLnBrk="1" latinLnBrk="0" hangingPunct="1">
              <a:defRPr lang="de-DE" sz="1000" b="0" i="0" kern="1200" smtClean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defRPr>
            </a:lvl1pPr>
            <a:lvl2pPr marL="54447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95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43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791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9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87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135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83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54">
              <a:lnSpc>
                <a:spcPct val="108000"/>
              </a:lnSpc>
              <a:spcAft>
                <a:spcPts val="1007"/>
              </a:spcAft>
              <a:buFont typeface="+mj-lt"/>
              <a:buNone/>
            </a:pPr>
            <a:r>
              <a:rPr lang="de-DE" sz="999" b="0" i="0" kern="1200" dirty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rPr>
              <a:t>Daimler Truck</a:t>
            </a:r>
          </a:p>
        </p:txBody>
      </p:sp>
    </p:spTree>
    <p:extLst>
      <p:ext uri="{BB962C8B-B14F-4D97-AF65-F5344CB8AC3E}">
        <p14:creationId xmlns:p14="http://schemas.microsoft.com/office/powerpoint/2010/main" val="2574376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Image Slid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D9A6CA7B-BE10-4ED1-A788-81A3625EE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905" y="1450465"/>
            <a:ext cx="11154191" cy="49148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9EC4AD07-FFF6-4307-AED5-7B1CEAD4E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F3CDC145-7A64-4835-B48C-02DEAAA49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6572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Image Slide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9"/>
          <p:cNvSpPr>
            <a:spLocks noGrp="1"/>
          </p:cNvSpPr>
          <p:nvPr>
            <p:ph sz="quarter" idx="10"/>
          </p:nvPr>
        </p:nvSpPr>
        <p:spPr>
          <a:xfrm>
            <a:off x="517254" y="1450465"/>
            <a:ext cx="4320514" cy="491489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Titel 12"/>
          <p:cNvSpPr>
            <a:spLocks noGrp="1"/>
          </p:cNvSpPr>
          <p:nvPr>
            <p:ph type="title"/>
          </p:nvPr>
        </p:nvSpPr>
        <p:spPr>
          <a:xfrm>
            <a:off x="518905" y="367510"/>
            <a:ext cx="11154191" cy="100915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5196468" y="1450463"/>
            <a:ext cx="6476627" cy="3959083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3D49A07-7E32-42BE-9249-1AFCC0946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F8C75D45-2641-4237-B566-60F0A6E53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8345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Image Slide (Option 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2" name="Inhaltsplatzhalter 11"/>
          <p:cNvSpPr>
            <a:spLocks noGrp="1"/>
          </p:cNvSpPr>
          <p:nvPr>
            <p:ph sz="quarter" idx="10"/>
          </p:nvPr>
        </p:nvSpPr>
        <p:spPr>
          <a:xfrm>
            <a:off x="517255" y="1450465"/>
            <a:ext cx="5399452" cy="491489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4" name="Inhaltsplatzhalter 13"/>
          <p:cNvSpPr>
            <a:spLocks noGrp="1"/>
          </p:cNvSpPr>
          <p:nvPr>
            <p:ph sz="quarter" idx="11"/>
          </p:nvPr>
        </p:nvSpPr>
        <p:spPr>
          <a:xfrm>
            <a:off x="6275295" y="1450465"/>
            <a:ext cx="5404212" cy="491489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69447098-94E0-46DE-97F6-9E45861DF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23F46E83-DD06-4360-ACA9-FB817BC28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48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Image Slide (Comparis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18905" y="1449052"/>
            <a:ext cx="5397802" cy="57586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>
              <a:defRPr lang="de-DE" smtClean="0">
                <a:latin typeface="+mn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281950" y="1449052"/>
            <a:ext cx="5397189" cy="57586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lang="de-DE" dirty="0" smtClean="0">
                <a:latin typeface="+mn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4" name="Inhaltsplatzhalter 13"/>
          <p:cNvSpPr>
            <a:spLocks noGrp="1"/>
          </p:cNvSpPr>
          <p:nvPr>
            <p:ph sz="quarter" idx="12"/>
          </p:nvPr>
        </p:nvSpPr>
        <p:spPr>
          <a:xfrm>
            <a:off x="518905" y="2224910"/>
            <a:ext cx="5397802" cy="413904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6" name="Inhaltsplatzhalter 15"/>
          <p:cNvSpPr>
            <a:spLocks noGrp="1"/>
          </p:cNvSpPr>
          <p:nvPr>
            <p:ph sz="quarter" idx="13"/>
          </p:nvPr>
        </p:nvSpPr>
        <p:spPr>
          <a:xfrm>
            <a:off x="6281950" y="2224909"/>
            <a:ext cx="5397190" cy="413904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7" name="Gerade Verbindung 42"/>
          <p:cNvCxnSpPr>
            <a:cxnSpLocks/>
          </p:cNvCxnSpPr>
          <p:nvPr userDrawn="1"/>
        </p:nvCxnSpPr>
        <p:spPr bwMode="auto">
          <a:xfrm>
            <a:off x="517623" y="2124914"/>
            <a:ext cx="5397189" cy="0"/>
          </a:xfrm>
          <a:prstGeom prst="line">
            <a:avLst/>
          </a:prstGeom>
          <a:solidFill>
            <a:srgbClr val="D2D4D6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Gerade Verbindung 42"/>
          <p:cNvCxnSpPr>
            <a:cxnSpLocks/>
          </p:cNvCxnSpPr>
          <p:nvPr userDrawn="1"/>
        </p:nvCxnSpPr>
        <p:spPr bwMode="auto">
          <a:xfrm>
            <a:off x="6281950" y="2124914"/>
            <a:ext cx="5397189" cy="0"/>
          </a:xfrm>
          <a:prstGeom prst="line">
            <a:avLst/>
          </a:prstGeom>
          <a:solidFill>
            <a:srgbClr val="D2D4D6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2B838F32-004F-470F-AE3F-C2A01B5830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19" name="Foliennummernplatzhalter 5">
            <a:extLst>
              <a:ext uri="{FF2B5EF4-FFF2-40B4-BE49-F238E27FC236}">
                <a16:creationId xmlns:a16="http://schemas.microsoft.com/office/drawing/2014/main" id="{1DAC52AD-D9C9-4503-AFC7-0C08637F9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6803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F50F7F9F-1C72-4A22-BD2C-AE42C6BA31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F1555428-E018-4C04-A169-C032F5A65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9828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503694"/>
          </a:xfrm>
          <a:prstGeom prst="rect">
            <a:avLst/>
          </a:prstGeom>
          <a:solidFill>
            <a:srgbClr val="C8C8C8"/>
          </a:solidFill>
        </p:spPr>
        <p:txBody>
          <a:bodyPr vert="horz" lIns="0" tIns="0" rIns="0" bIns="0" rtlCol="0" anchor="ctr" anchorCtr="1">
            <a:noAutofit/>
          </a:bodyPr>
          <a:lstStyle>
            <a:lvl1pPr algn="ctr">
              <a:defRPr lang="de-DE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65DCE472-333C-4778-A2D0-A2C138910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8A95BF00-A0F9-49AE-BC58-0BF95CDB4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C3C21AF1-EC5B-4C4C-A2CF-956AF1934546}"/>
              </a:ext>
            </a:extLst>
          </p:cNvPr>
          <p:cNvSpPr txBox="1">
            <a:spLocks/>
          </p:cNvSpPr>
          <p:nvPr userDrawn="1"/>
        </p:nvSpPr>
        <p:spPr>
          <a:xfrm>
            <a:off x="509280" y="6550484"/>
            <a:ext cx="169111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de-DE"/>
            </a:defPPr>
            <a:lvl1pPr marL="0" algn="r" defTabSz="1088959" rtl="0" eaLnBrk="1" latinLnBrk="0" hangingPunct="1">
              <a:defRPr lang="de-DE" sz="1000" b="0" i="0" kern="1200" smtClean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defRPr>
            </a:lvl1pPr>
            <a:lvl2pPr marL="54447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95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43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791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9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87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135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83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54">
              <a:lnSpc>
                <a:spcPct val="108000"/>
              </a:lnSpc>
              <a:spcAft>
                <a:spcPts val="1007"/>
              </a:spcAft>
              <a:buFont typeface="+mj-lt"/>
              <a:buNone/>
            </a:pPr>
            <a:r>
              <a:rPr lang="de-DE" sz="999" b="0" i="0" kern="1200" dirty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rPr>
              <a:t>Daimler Truck</a:t>
            </a:r>
          </a:p>
        </p:txBody>
      </p:sp>
    </p:spTree>
    <p:extLst>
      <p:ext uri="{BB962C8B-B14F-4D97-AF65-F5344CB8AC3E}">
        <p14:creationId xmlns:p14="http://schemas.microsoft.com/office/powerpoint/2010/main" val="1729777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,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503694"/>
          </a:xfrm>
          <a:prstGeom prst="rect">
            <a:avLst/>
          </a:prstGeom>
          <a:solidFill>
            <a:srgbClr val="C8C8C8"/>
          </a:solidFill>
        </p:spPr>
        <p:txBody>
          <a:bodyPr vert="horz" lIns="0" tIns="0" rIns="0" bIns="0" rtlCol="0" anchor="ctr" anchorCtr="1">
            <a:noAutofit/>
          </a:bodyPr>
          <a:lstStyle>
            <a:lvl1pPr algn="ctr">
              <a:defRPr lang="de-DE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65DCE472-333C-4778-A2D0-A2C138910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8A95BF00-A0F9-49AE-BC58-0BF95CDB4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C3C21AF1-EC5B-4C4C-A2CF-956AF1934546}"/>
              </a:ext>
            </a:extLst>
          </p:cNvPr>
          <p:cNvSpPr txBox="1">
            <a:spLocks/>
          </p:cNvSpPr>
          <p:nvPr userDrawn="1"/>
        </p:nvSpPr>
        <p:spPr>
          <a:xfrm>
            <a:off x="509280" y="6550484"/>
            <a:ext cx="169111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de-DE"/>
            </a:defPPr>
            <a:lvl1pPr marL="0" algn="r" defTabSz="1088959" rtl="0" eaLnBrk="1" latinLnBrk="0" hangingPunct="1">
              <a:defRPr lang="de-DE" sz="1000" b="0" i="0" kern="1200" smtClean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defRPr>
            </a:lvl1pPr>
            <a:lvl2pPr marL="54447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95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43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791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9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87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135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83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54">
              <a:lnSpc>
                <a:spcPct val="108000"/>
              </a:lnSpc>
              <a:spcAft>
                <a:spcPts val="1007"/>
              </a:spcAft>
              <a:buFont typeface="+mj-lt"/>
              <a:buNone/>
            </a:pPr>
            <a:r>
              <a:rPr lang="de-DE" sz="999" b="0" i="0" kern="1200" dirty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rPr>
              <a:t>Daimler Truck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B196F6B-0AAF-4508-B80B-E313E83B2147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2359068" y="381706"/>
            <a:ext cx="360175" cy="360280"/>
          </a:xfrm>
          <a:custGeom>
            <a:avLst/>
            <a:gdLst>
              <a:gd name="T0" fmla="*/ 11340 w 12045"/>
              <a:gd name="T1" fmla="*/ 710 h 12045"/>
              <a:gd name="T2" fmla="*/ 710 w 12045"/>
              <a:gd name="T3" fmla="*/ 710 h 12045"/>
              <a:gd name="T4" fmla="*/ 710 w 12045"/>
              <a:gd name="T5" fmla="*/ 11340 h 12045"/>
              <a:gd name="T6" fmla="*/ 11340 w 12045"/>
              <a:gd name="T7" fmla="*/ 11340 h 12045"/>
              <a:gd name="T8" fmla="*/ 11340 w 12045"/>
              <a:gd name="T9" fmla="*/ 710 h 12045"/>
              <a:gd name="T10" fmla="*/ 6040 w 12045"/>
              <a:gd name="T11" fmla="*/ 2970 h 12045"/>
              <a:gd name="T12" fmla="*/ 5465 w 12045"/>
              <a:gd name="T13" fmla="*/ 3545 h 12045"/>
              <a:gd name="T14" fmla="*/ 6025 w 12045"/>
              <a:gd name="T15" fmla="*/ 4085 h 12045"/>
              <a:gd name="T16" fmla="*/ 6585 w 12045"/>
              <a:gd name="T17" fmla="*/ 3535 h 12045"/>
              <a:gd name="T18" fmla="*/ 6040 w 12045"/>
              <a:gd name="T19" fmla="*/ 2970 h 12045"/>
              <a:gd name="T20" fmla="*/ 5575 w 12045"/>
              <a:gd name="T21" fmla="*/ 4800 h 12045"/>
              <a:gd name="T22" fmla="*/ 5575 w 12045"/>
              <a:gd name="T23" fmla="*/ 9075 h 12045"/>
              <a:gd name="T24" fmla="*/ 6475 w 12045"/>
              <a:gd name="T25" fmla="*/ 9075 h 12045"/>
              <a:gd name="T26" fmla="*/ 6475 w 12045"/>
              <a:gd name="T27" fmla="*/ 4800 h 12045"/>
              <a:gd name="T28" fmla="*/ 5575 w 12045"/>
              <a:gd name="T29" fmla="*/ 4800 h 12045"/>
              <a:gd name="T30" fmla="*/ 12045 w 12045"/>
              <a:gd name="T31" fmla="*/ 0 h 12045"/>
              <a:gd name="T32" fmla="*/ 12045 w 12045"/>
              <a:gd name="T33" fmla="*/ 12045 h 12045"/>
              <a:gd name="T34" fmla="*/ 0 w 12045"/>
              <a:gd name="T35" fmla="*/ 12045 h 12045"/>
              <a:gd name="T36" fmla="*/ 0 w 12045"/>
              <a:gd name="T37" fmla="*/ 0 h 12045"/>
              <a:gd name="T38" fmla="*/ 12045 w 12045"/>
              <a:gd name="T39" fmla="*/ 0 h 12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2045" h="12045">
                <a:moveTo>
                  <a:pt x="11340" y="710"/>
                </a:moveTo>
                <a:lnTo>
                  <a:pt x="710" y="710"/>
                </a:lnTo>
                <a:lnTo>
                  <a:pt x="710" y="11340"/>
                </a:lnTo>
                <a:lnTo>
                  <a:pt x="11340" y="11340"/>
                </a:lnTo>
                <a:lnTo>
                  <a:pt x="11340" y="710"/>
                </a:lnTo>
                <a:close/>
                <a:moveTo>
                  <a:pt x="6040" y="2970"/>
                </a:moveTo>
                <a:cubicBezTo>
                  <a:pt x="5700" y="2970"/>
                  <a:pt x="5465" y="3205"/>
                  <a:pt x="5465" y="3545"/>
                </a:cubicBezTo>
                <a:cubicBezTo>
                  <a:pt x="5465" y="3860"/>
                  <a:pt x="5690" y="4085"/>
                  <a:pt x="6025" y="4085"/>
                </a:cubicBezTo>
                <a:cubicBezTo>
                  <a:pt x="6360" y="4085"/>
                  <a:pt x="6585" y="3860"/>
                  <a:pt x="6585" y="3535"/>
                </a:cubicBezTo>
                <a:cubicBezTo>
                  <a:pt x="6580" y="3205"/>
                  <a:pt x="6355" y="2970"/>
                  <a:pt x="6040" y="2970"/>
                </a:cubicBezTo>
                <a:close/>
                <a:moveTo>
                  <a:pt x="5575" y="4800"/>
                </a:moveTo>
                <a:lnTo>
                  <a:pt x="5575" y="9075"/>
                </a:lnTo>
                <a:lnTo>
                  <a:pt x="6475" y="9075"/>
                </a:lnTo>
                <a:lnTo>
                  <a:pt x="6475" y="4800"/>
                </a:lnTo>
                <a:lnTo>
                  <a:pt x="5575" y="4800"/>
                </a:lnTo>
                <a:close/>
                <a:moveTo>
                  <a:pt x="12045" y="0"/>
                </a:moveTo>
                <a:lnTo>
                  <a:pt x="12045" y="12045"/>
                </a:lnTo>
                <a:lnTo>
                  <a:pt x="0" y="12045"/>
                </a:lnTo>
                <a:lnTo>
                  <a:pt x="0" y="0"/>
                </a:lnTo>
                <a:lnTo>
                  <a:pt x="12045" y="0"/>
                </a:lnTo>
                <a:close/>
              </a:path>
            </a:pathLst>
          </a:custGeom>
          <a:solidFill>
            <a:schemeClr val="accent1"/>
          </a:soli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de-DE" sz="1799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BF4E93-E3D4-4788-BB92-6ED378178A6A}"/>
              </a:ext>
            </a:extLst>
          </p:cNvPr>
          <p:cNvSpPr txBox="1"/>
          <p:nvPr userDrawn="1"/>
        </p:nvSpPr>
        <p:spPr>
          <a:xfrm>
            <a:off x="12359067" y="872359"/>
            <a:ext cx="1429127" cy="141390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999" b="1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Background Picture</a:t>
            </a:r>
          </a:p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999" b="0" i="0" u="none" strike="noStrike" kern="1200" cap="none" spc="0" normalizeH="0" baseline="0" noProof="0" dirty="0">
              <a:ln>
                <a:noFill/>
              </a:ln>
              <a:solidFill>
                <a:srgbClr val="00677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you change the background picture, </a:t>
            </a:r>
            <a:b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might need to </a:t>
            </a:r>
            <a:b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change the order:</a:t>
            </a:r>
          </a:p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“Send to Back”</a:t>
            </a:r>
            <a:endParaRPr lang="en-US" sz="999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DC02933-FDE2-46EF-B723-4CE559FDEE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905" y="519786"/>
            <a:ext cx="11154191" cy="1200813"/>
          </a:xfrm>
          <a:solidFill>
            <a:schemeClr val="bg1">
              <a:alpha val="75000"/>
            </a:schemeClr>
          </a:solidFill>
        </p:spPr>
        <p:txBody>
          <a:bodyPr lIns="216000" tIns="144000" rIns="216000" bIns="144000"/>
          <a:lstStyle>
            <a:lvl1pPr>
              <a:lnSpc>
                <a:spcPct val="100000"/>
              </a:lnSpc>
              <a:defRPr sz="2999"/>
            </a:lvl1pPr>
            <a:lvl2pPr marL="0" indent="0">
              <a:buNone/>
              <a:defRPr/>
            </a:lvl2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F33E3CE-047B-4816-8CAF-7C058C216A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02666" y="3048088"/>
            <a:ext cx="3592104" cy="2936920"/>
          </a:xfrm>
          <a:solidFill>
            <a:schemeClr val="bg1">
              <a:alpha val="75000"/>
            </a:schemeClr>
          </a:solidFill>
        </p:spPr>
        <p:txBody>
          <a:bodyPr lIns="180000" tIns="144000" rIns="180000" bIns="144000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  <a:lvl2pPr>
              <a:lnSpc>
                <a:spcPct val="100000"/>
              </a:lnSpc>
              <a:spcAft>
                <a:spcPts val="600"/>
              </a:spcAft>
              <a:defRPr sz="1799"/>
            </a:lvl2pPr>
            <a:lvl3pPr>
              <a:lnSpc>
                <a:spcPct val="100000"/>
              </a:lnSpc>
              <a:spcAft>
                <a:spcPts val="600"/>
              </a:spcAft>
              <a:defRPr sz="1399"/>
            </a:lvl3pPr>
            <a:lvl4pPr>
              <a:lnSpc>
                <a:spcPct val="100000"/>
              </a:lnSpc>
              <a:spcAft>
                <a:spcPts val="600"/>
              </a:spcAft>
              <a:defRPr sz="1399"/>
            </a:lvl4pPr>
            <a:lvl5pPr>
              <a:lnSpc>
                <a:spcPct val="100000"/>
              </a:lnSpc>
              <a:spcAft>
                <a:spcPts val="600"/>
              </a:spcAft>
              <a:defRPr sz="1399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288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 (2 Image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3"/>
          <p:cNvSpPr>
            <a:spLocks noGrp="1"/>
          </p:cNvSpPr>
          <p:nvPr>
            <p:ph type="pic" sz="quarter" idx="16"/>
          </p:nvPr>
        </p:nvSpPr>
        <p:spPr bwMode="gray">
          <a:xfrm>
            <a:off x="6095226" y="0"/>
            <a:ext cx="6095225" cy="6503694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1" y="0"/>
            <a:ext cx="6095225" cy="6503694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08A049AC-58D0-4193-A4D6-7E0CE32A5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65090698-305B-4C8D-A565-FB89B9F7D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930B8E2F-38AF-4F1C-951B-BB5A995629B9}"/>
              </a:ext>
            </a:extLst>
          </p:cNvPr>
          <p:cNvSpPr txBox="1">
            <a:spLocks/>
          </p:cNvSpPr>
          <p:nvPr userDrawn="1"/>
        </p:nvSpPr>
        <p:spPr>
          <a:xfrm>
            <a:off x="509280" y="6550484"/>
            <a:ext cx="169111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de-DE"/>
            </a:defPPr>
            <a:lvl1pPr marL="0" algn="r" defTabSz="1088959" rtl="0" eaLnBrk="1" latinLnBrk="0" hangingPunct="1">
              <a:defRPr lang="de-DE" sz="1000" b="0" i="0" kern="1200" smtClean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defRPr>
            </a:lvl1pPr>
            <a:lvl2pPr marL="54447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95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43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791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9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87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135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83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54">
              <a:lnSpc>
                <a:spcPct val="108000"/>
              </a:lnSpc>
              <a:spcAft>
                <a:spcPts val="1007"/>
              </a:spcAft>
              <a:buFont typeface="+mj-lt"/>
              <a:buNone/>
            </a:pPr>
            <a:r>
              <a:rPr lang="de-DE" sz="999" b="0" i="0" kern="1200" dirty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rPr>
              <a:t>Daimler Truck</a:t>
            </a:r>
          </a:p>
        </p:txBody>
      </p:sp>
    </p:spTree>
    <p:extLst>
      <p:ext uri="{BB962C8B-B14F-4D97-AF65-F5344CB8AC3E}">
        <p14:creationId xmlns:p14="http://schemas.microsoft.com/office/powerpoint/2010/main" val="1969688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, Text Boxes (2 Image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3"/>
          <p:cNvSpPr>
            <a:spLocks noGrp="1"/>
          </p:cNvSpPr>
          <p:nvPr>
            <p:ph type="pic" sz="quarter" idx="16"/>
          </p:nvPr>
        </p:nvSpPr>
        <p:spPr bwMode="gray">
          <a:xfrm>
            <a:off x="6095226" y="0"/>
            <a:ext cx="6095225" cy="6503694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1" y="0"/>
            <a:ext cx="6095225" cy="6503694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08A049AC-58D0-4193-A4D6-7E0CE32A5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65090698-305B-4C8D-A565-FB89B9F7D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930B8E2F-38AF-4F1C-951B-BB5A995629B9}"/>
              </a:ext>
            </a:extLst>
          </p:cNvPr>
          <p:cNvSpPr txBox="1">
            <a:spLocks/>
          </p:cNvSpPr>
          <p:nvPr userDrawn="1"/>
        </p:nvSpPr>
        <p:spPr>
          <a:xfrm>
            <a:off x="509280" y="6550484"/>
            <a:ext cx="169111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de-DE"/>
            </a:defPPr>
            <a:lvl1pPr marL="0" algn="r" defTabSz="1088959" rtl="0" eaLnBrk="1" latinLnBrk="0" hangingPunct="1">
              <a:defRPr lang="de-DE" sz="1000" b="0" i="0" kern="1200" smtClean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defRPr>
            </a:lvl1pPr>
            <a:lvl2pPr marL="54447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95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43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791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9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87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135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83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54">
              <a:lnSpc>
                <a:spcPct val="108000"/>
              </a:lnSpc>
              <a:spcAft>
                <a:spcPts val="1007"/>
              </a:spcAft>
              <a:buFont typeface="+mj-lt"/>
              <a:buNone/>
            </a:pPr>
            <a:r>
              <a:rPr lang="de-DE" sz="999" b="0" i="0" kern="1200" dirty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rPr>
              <a:t>Daimler Truck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2813DBFA-5099-48B3-85FF-BE04191324A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2359068" y="381706"/>
            <a:ext cx="360175" cy="360280"/>
          </a:xfrm>
          <a:custGeom>
            <a:avLst/>
            <a:gdLst>
              <a:gd name="T0" fmla="*/ 11340 w 12045"/>
              <a:gd name="T1" fmla="*/ 710 h 12045"/>
              <a:gd name="T2" fmla="*/ 710 w 12045"/>
              <a:gd name="T3" fmla="*/ 710 h 12045"/>
              <a:gd name="T4" fmla="*/ 710 w 12045"/>
              <a:gd name="T5" fmla="*/ 11340 h 12045"/>
              <a:gd name="T6" fmla="*/ 11340 w 12045"/>
              <a:gd name="T7" fmla="*/ 11340 h 12045"/>
              <a:gd name="T8" fmla="*/ 11340 w 12045"/>
              <a:gd name="T9" fmla="*/ 710 h 12045"/>
              <a:gd name="T10" fmla="*/ 6040 w 12045"/>
              <a:gd name="T11" fmla="*/ 2970 h 12045"/>
              <a:gd name="T12" fmla="*/ 5465 w 12045"/>
              <a:gd name="T13" fmla="*/ 3545 h 12045"/>
              <a:gd name="T14" fmla="*/ 6025 w 12045"/>
              <a:gd name="T15" fmla="*/ 4085 h 12045"/>
              <a:gd name="T16" fmla="*/ 6585 w 12045"/>
              <a:gd name="T17" fmla="*/ 3535 h 12045"/>
              <a:gd name="T18" fmla="*/ 6040 w 12045"/>
              <a:gd name="T19" fmla="*/ 2970 h 12045"/>
              <a:gd name="T20" fmla="*/ 5575 w 12045"/>
              <a:gd name="T21" fmla="*/ 4800 h 12045"/>
              <a:gd name="T22" fmla="*/ 5575 w 12045"/>
              <a:gd name="T23" fmla="*/ 9075 h 12045"/>
              <a:gd name="T24" fmla="*/ 6475 w 12045"/>
              <a:gd name="T25" fmla="*/ 9075 h 12045"/>
              <a:gd name="T26" fmla="*/ 6475 w 12045"/>
              <a:gd name="T27" fmla="*/ 4800 h 12045"/>
              <a:gd name="T28" fmla="*/ 5575 w 12045"/>
              <a:gd name="T29" fmla="*/ 4800 h 12045"/>
              <a:gd name="T30" fmla="*/ 12045 w 12045"/>
              <a:gd name="T31" fmla="*/ 0 h 12045"/>
              <a:gd name="T32" fmla="*/ 12045 w 12045"/>
              <a:gd name="T33" fmla="*/ 12045 h 12045"/>
              <a:gd name="T34" fmla="*/ 0 w 12045"/>
              <a:gd name="T35" fmla="*/ 12045 h 12045"/>
              <a:gd name="T36" fmla="*/ 0 w 12045"/>
              <a:gd name="T37" fmla="*/ 0 h 12045"/>
              <a:gd name="T38" fmla="*/ 12045 w 12045"/>
              <a:gd name="T39" fmla="*/ 0 h 12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2045" h="12045">
                <a:moveTo>
                  <a:pt x="11340" y="710"/>
                </a:moveTo>
                <a:lnTo>
                  <a:pt x="710" y="710"/>
                </a:lnTo>
                <a:lnTo>
                  <a:pt x="710" y="11340"/>
                </a:lnTo>
                <a:lnTo>
                  <a:pt x="11340" y="11340"/>
                </a:lnTo>
                <a:lnTo>
                  <a:pt x="11340" y="710"/>
                </a:lnTo>
                <a:close/>
                <a:moveTo>
                  <a:pt x="6040" y="2970"/>
                </a:moveTo>
                <a:cubicBezTo>
                  <a:pt x="5700" y="2970"/>
                  <a:pt x="5465" y="3205"/>
                  <a:pt x="5465" y="3545"/>
                </a:cubicBezTo>
                <a:cubicBezTo>
                  <a:pt x="5465" y="3860"/>
                  <a:pt x="5690" y="4085"/>
                  <a:pt x="6025" y="4085"/>
                </a:cubicBezTo>
                <a:cubicBezTo>
                  <a:pt x="6360" y="4085"/>
                  <a:pt x="6585" y="3860"/>
                  <a:pt x="6585" y="3535"/>
                </a:cubicBezTo>
                <a:cubicBezTo>
                  <a:pt x="6580" y="3205"/>
                  <a:pt x="6355" y="2970"/>
                  <a:pt x="6040" y="2970"/>
                </a:cubicBezTo>
                <a:close/>
                <a:moveTo>
                  <a:pt x="5575" y="4800"/>
                </a:moveTo>
                <a:lnTo>
                  <a:pt x="5575" y="9075"/>
                </a:lnTo>
                <a:lnTo>
                  <a:pt x="6475" y="9075"/>
                </a:lnTo>
                <a:lnTo>
                  <a:pt x="6475" y="4800"/>
                </a:lnTo>
                <a:lnTo>
                  <a:pt x="5575" y="4800"/>
                </a:lnTo>
                <a:close/>
                <a:moveTo>
                  <a:pt x="12045" y="0"/>
                </a:moveTo>
                <a:lnTo>
                  <a:pt x="12045" y="12045"/>
                </a:lnTo>
                <a:lnTo>
                  <a:pt x="0" y="12045"/>
                </a:lnTo>
                <a:lnTo>
                  <a:pt x="0" y="0"/>
                </a:lnTo>
                <a:lnTo>
                  <a:pt x="12045" y="0"/>
                </a:lnTo>
                <a:close/>
              </a:path>
            </a:pathLst>
          </a:custGeom>
          <a:solidFill>
            <a:schemeClr val="accent1"/>
          </a:soli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de-DE" sz="1799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1B5FA8-BCCA-4DDF-AA6B-8863821991AA}"/>
              </a:ext>
            </a:extLst>
          </p:cNvPr>
          <p:cNvSpPr txBox="1"/>
          <p:nvPr userDrawn="1"/>
        </p:nvSpPr>
        <p:spPr>
          <a:xfrm>
            <a:off x="12359067" y="872359"/>
            <a:ext cx="1429127" cy="141390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999" b="1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Background Picture</a:t>
            </a:r>
          </a:p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999" b="0" i="0" u="none" strike="noStrike" kern="1200" cap="none" spc="0" normalizeH="0" baseline="0" noProof="0" dirty="0">
              <a:ln>
                <a:noFill/>
              </a:ln>
              <a:solidFill>
                <a:srgbClr val="00677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you change the background picture, </a:t>
            </a:r>
            <a:b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might need to </a:t>
            </a:r>
            <a:b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change the order:</a:t>
            </a:r>
          </a:p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“Send to Back”</a:t>
            </a:r>
            <a:endParaRPr lang="en-US" sz="999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98D44B4-DED9-47D5-99ED-8F3F27E5FC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7902" y="518280"/>
            <a:ext cx="3959691" cy="1439667"/>
          </a:xfrm>
          <a:solidFill>
            <a:schemeClr val="bg1">
              <a:alpha val="75000"/>
            </a:schemeClr>
          </a:solidFill>
        </p:spPr>
        <p:txBody>
          <a:bodyPr lIns="180000" tIns="144000" rIns="180000" bIns="144000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  <a:lvl2pPr>
              <a:lnSpc>
                <a:spcPct val="100000"/>
              </a:lnSpc>
              <a:spcAft>
                <a:spcPts val="600"/>
              </a:spcAft>
              <a:defRPr sz="1799"/>
            </a:lvl2pPr>
            <a:lvl3pPr>
              <a:lnSpc>
                <a:spcPct val="100000"/>
              </a:lnSpc>
              <a:spcAft>
                <a:spcPts val="600"/>
              </a:spcAft>
              <a:defRPr sz="1399"/>
            </a:lvl3pPr>
            <a:lvl4pPr>
              <a:lnSpc>
                <a:spcPct val="100000"/>
              </a:lnSpc>
              <a:spcAft>
                <a:spcPts val="600"/>
              </a:spcAft>
              <a:defRPr sz="1399"/>
            </a:lvl4pPr>
            <a:lvl5pPr>
              <a:lnSpc>
                <a:spcPct val="100000"/>
              </a:lnSpc>
              <a:spcAft>
                <a:spcPts val="600"/>
              </a:spcAft>
              <a:defRPr sz="1399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4F16B11-0D37-4B28-A883-EDA8E85D69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6466" y="4545747"/>
            <a:ext cx="3959691" cy="1439667"/>
          </a:xfrm>
          <a:solidFill>
            <a:schemeClr val="bg1">
              <a:alpha val="75000"/>
            </a:schemeClr>
          </a:solidFill>
        </p:spPr>
        <p:txBody>
          <a:bodyPr lIns="180000" tIns="144000" rIns="180000" bIns="144000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  <a:lvl2pPr>
              <a:lnSpc>
                <a:spcPct val="100000"/>
              </a:lnSpc>
              <a:spcAft>
                <a:spcPts val="600"/>
              </a:spcAft>
              <a:defRPr sz="1799"/>
            </a:lvl2pPr>
            <a:lvl3pPr>
              <a:lnSpc>
                <a:spcPct val="100000"/>
              </a:lnSpc>
              <a:spcAft>
                <a:spcPts val="600"/>
              </a:spcAft>
              <a:defRPr sz="1399"/>
            </a:lvl3pPr>
            <a:lvl4pPr>
              <a:lnSpc>
                <a:spcPct val="100000"/>
              </a:lnSpc>
              <a:spcAft>
                <a:spcPts val="600"/>
              </a:spcAft>
              <a:defRPr sz="1399"/>
            </a:lvl4pPr>
            <a:lvl5pPr>
              <a:lnSpc>
                <a:spcPct val="100000"/>
              </a:lnSpc>
              <a:spcAft>
                <a:spcPts val="600"/>
              </a:spcAft>
              <a:defRPr sz="1399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687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 (3 Image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3" y="0"/>
            <a:ext cx="4062283" cy="6503694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5"/>
          </p:nvPr>
        </p:nvSpPr>
        <p:spPr bwMode="gray">
          <a:xfrm>
            <a:off x="8124570" y="0"/>
            <a:ext cx="4062283" cy="6503694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75E6B363-7B9E-4D1F-855F-9945C90F2B1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4062285" y="0"/>
            <a:ext cx="4062283" cy="6503694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4F627199-2A30-41B8-8FA3-1FC77964B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2ECB107B-C0F9-4AC8-B758-E56D69007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12258B8-C291-4C5F-A3D9-9778ECD896F3}"/>
              </a:ext>
            </a:extLst>
          </p:cNvPr>
          <p:cNvSpPr txBox="1">
            <a:spLocks/>
          </p:cNvSpPr>
          <p:nvPr userDrawn="1"/>
        </p:nvSpPr>
        <p:spPr>
          <a:xfrm>
            <a:off x="509280" y="6550484"/>
            <a:ext cx="169111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de-DE"/>
            </a:defPPr>
            <a:lvl1pPr marL="0" algn="r" defTabSz="1088959" rtl="0" eaLnBrk="1" latinLnBrk="0" hangingPunct="1">
              <a:defRPr lang="de-DE" sz="1000" b="0" i="0" kern="1200" smtClean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defRPr>
            </a:lvl1pPr>
            <a:lvl2pPr marL="54447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95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43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791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9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87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135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83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54">
              <a:lnSpc>
                <a:spcPct val="108000"/>
              </a:lnSpc>
              <a:spcAft>
                <a:spcPts val="1007"/>
              </a:spcAft>
              <a:buFont typeface="+mj-lt"/>
              <a:buNone/>
            </a:pPr>
            <a:r>
              <a:rPr lang="de-DE" sz="999" b="0" i="0" kern="1200" dirty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rPr>
              <a:t>Daimler Truck</a:t>
            </a:r>
          </a:p>
        </p:txBody>
      </p:sp>
    </p:spTree>
    <p:extLst>
      <p:ext uri="{BB962C8B-B14F-4D97-AF65-F5344CB8AC3E}">
        <p14:creationId xmlns:p14="http://schemas.microsoft.com/office/powerpoint/2010/main" val="2524872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, Text Boxes (3 Image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3" y="0"/>
            <a:ext cx="4062283" cy="6503694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5"/>
          </p:nvPr>
        </p:nvSpPr>
        <p:spPr bwMode="gray">
          <a:xfrm>
            <a:off x="8124570" y="0"/>
            <a:ext cx="4062283" cy="6503694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75E6B363-7B9E-4D1F-855F-9945C90F2B1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4062285" y="0"/>
            <a:ext cx="4062283" cy="6503694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4F627199-2A30-41B8-8FA3-1FC77964B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2ECB107B-C0F9-4AC8-B758-E56D69007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12258B8-C291-4C5F-A3D9-9778ECD896F3}"/>
              </a:ext>
            </a:extLst>
          </p:cNvPr>
          <p:cNvSpPr txBox="1">
            <a:spLocks/>
          </p:cNvSpPr>
          <p:nvPr userDrawn="1"/>
        </p:nvSpPr>
        <p:spPr>
          <a:xfrm>
            <a:off x="509280" y="6550484"/>
            <a:ext cx="169111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de-DE"/>
            </a:defPPr>
            <a:lvl1pPr marL="0" algn="r" defTabSz="1088959" rtl="0" eaLnBrk="1" latinLnBrk="0" hangingPunct="1">
              <a:defRPr lang="de-DE" sz="1000" b="0" i="0" kern="1200" smtClean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defRPr>
            </a:lvl1pPr>
            <a:lvl2pPr marL="54447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95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43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791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9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87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135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83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54">
              <a:lnSpc>
                <a:spcPct val="108000"/>
              </a:lnSpc>
              <a:spcAft>
                <a:spcPts val="1007"/>
              </a:spcAft>
              <a:buFont typeface="+mj-lt"/>
              <a:buNone/>
            </a:pPr>
            <a:r>
              <a:rPr lang="de-DE" sz="999" b="0" i="0" kern="1200" dirty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rPr>
              <a:t>Daimler Truck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3B0D0C75-6922-4885-83F0-7E61FDBAEE3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2359068" y="381706"/>
            <a:ext cx="360175" cy="360280"/>
          </a:xfrm>
          <a:custGeom>
            <a:avLst/>
            <a:gdLst>
              <a:gd name="T0" fmla="*/ 11340 w 12045"/>
              <a:gd name="T1" fmla="*/ 710 h 12045"/>
              <a:gd name="T2" fmla="*/ 710 w 12045"/>
              <a:gd name="T3" fmla="*/ 710 h 12045"/>
              <a:gd name="T4" fmla="*/ 710 w 12045"/>
              <a:gd name="T5" fmla="*/ 11340 h 12045"/>
              <a:gd name="T6" fmla="*/ 11340 w 12045"/>
              <a:gd name="T7" fmla="*/ 11340 h 12045"/>
              <a:gd name="T8" fmla="*/ 11340 w 12045"/>
              <a:gd name="T9" fmla="*/ 710 h 12045"/>
              <a:gd name="T10" fmla="*/ 6040 w 12045"/>
              <a:gd name="T11" fmla="*/ 2970 h 12045"/>
              <a:gd name="T12" fmla="*/ 5465 w 12045"/>
              <a:gd name="T13" fmla="*/ 3545 h 12045"/>
              <a:gd name="T14" fmla="*/ 6025 w 12045"/>
              <a:gd name="T15" fmla="*/ 4085 h 12045"/>
              <a:gd name="T16" fmla="*/ 6585 w 12045"/>
              <a:gd name="T17" fmla="*/ 3535 h 12045"/>
              <a:gd name="T18" fmla="*/ 6040 w 12045"/>
              <a:gd name="T19" fmla="*/ 2970 h 12045"/>
              <a:gd name="T20" fmla="*/ 5575 w 12045"/>
              <a:gd name="T21" fmla="*/ 4800 h 12045"/>
              <a:gd name="T22" fmla="*/ 5575 w 12045"/>
              <a:gd name="T23" fmla="*/ 9075 h 12045"/>
              <a:gd name="T24" fmla="*/ 6475 w 12045"/>
              <a:gd name="T25" fmla="*/ 9075 h 12045"/>
              <a:gd name="T26" fmla="*/ 6475 w 12045"/>
              <a:gd name="T27" fmla="*/ 4800 h 12045"/>
              <a:gd name="T28" fmla="*/ 5575 w 12045"/>
              <a:gd name="T29" fmla="*/ 4800 h 12045"/>
              <a:gd name="T30" fmla="*/ 12045 w 12045"/>
              <a:gd name="T31" fmla="*/ 0 h 12045"/>
              <a:gd name="T32" fmla="*/ 12045 w 12045"/>
              <a:gd name="T33" fmla="*/ 12045 h 12045"/>
              <a:gd name="T34" fmla="*/ 0 w 12045"/>
              <a:gd name="T35" fmla="*/ 12045 h 12045"/>
              <a:gd name="T36" fmla="*/ 0 w 12045"/>
              <a:gd name="T37" fmla="*/ 0 h 12045"/>
              <a:gd name="T38" fmla="*/ 12045 w 12045"/>
              <a:gd name="T39" fmla="*/ 0 h 12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2045" h="12045">
                <a:moveTo>
                  <a:pt x="11340" y="710"/>
                </a:moveTo>
                <a:lnTo>
                  <a:pt x="710" y="710"/>
                </a:lnTo>
                <a:lnTo>
                  <a:pt x="710" y="11340"/>
                </a:lnTo>
                <a:lnTo>
                  <a:pt x="11340" y="11340"/>
                </a:lnTo>
                <a:lnTo>
                  <a:pt x="11340" y="710"/>
                </a:lnTo>
                <a:close/>
                <a:moveTo>
                  <a:pt x="6040" y="2970"/>
                </a:moveTo>
                <a:cubicBezTo>
                  <a:pt x="5700" y="2970"/>
                  <a:pt x="5465" y="3205"/>
                  <a:pt x="5465" y="3545"/>
                </a:cubicBezTo>
                <a:cubicBezTo>
                  <a:pt x="5465" y="3860"/>
                  <a:pt x="5690" y="4085"/>
                  <a:pt x="6025" y="4085"/>
                </a:cubicBezTo>
                <a:cubicBezTo>
                  <a:pt x="6360" y="4085"/>
                  <a:pt x="6585" y="3860"/>
                  <a:pt x="6585" y="3535"/>
                </a:cubicBezTo>
                <a:cubicBezTo>
                  <a:pt x="6580" y="3205"/>
                  <a:pt x="6355" y="2970"/>
                  <a:pt x="6040" y="2970"/>
                </a:cubicBezTo>
                <a:close/>
                <a:moveTo>
                  <a:pt x="5575" y="4800"/>
                </a:moveTo>
                <a:lnTo>
                  <a:pt x="5575" y="9075"/>
                </a:lnTo>
                <a:lnTo>
                  <a:pt x="6475" y="9075"/>
                </a:lnTo>
                <a:lnTo>
                  <a:pt x="6475" y="4800"/>
                </a:lnTo>
                <a:lnTo>
                  <a:pt x="5575" y="4800"/>
                </a:lnTo>
                <a:close/>
                <a:moveTo>
                  <a:pt x="12045" y="0"/>
                </a:moveTo>
                <a:lnTo>
                  <a:pt x="12045" y="12045"/>
                </a:lnTo>
                <a:lnTo>
                  <a:pt x="0" y="12045"/>
                </a:lnTo>
                <a:lnTo>
                  <a:pt x="0" y="0"/>
                </a:lnTo>
                <a:lnTo>
                  <a:pt x="12045" y="0"/>
                </a:lnTo>
                <a:close/>
              </a:path>
            </a:pathLst>
          </a:custGeom>
          <a:solidFill>
            <a:schemeClr val="accent1"/>
          </a:soli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de-DE" sz="179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7CC03-745B-4A58-A314-442DD8EA03A5}"/>
              </a:ext>
            </a:extLst>
          </p:cNvPr>
          <p:cNvSpPr txBox="1"/>
          <p:nvPr userDrawn="1"/>
        </p:nvSpPr>
        <p:spPr>
          <a:xfrm>
            <a:off x="12359067" y="872359"/>
            <a:ext cx="1429127" cy="141390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999" b="1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Background Picture</a:t>
            </a:r>
          </a:p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999" b="0" i="0" u="none" strike="noStrike" kern="1200" cap="none" spc="0" normalizeH="0" baseline="0" noProof="0" dirty="0">
              <a:ln>
                <a:noFill/>
              </a:ln>
              <a:solidFill>
                <a:srgbClr val="00677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you change the background picture, </a:t>
            </a:r>
            <a:b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might need to </a:t>
            </a:r>
            <a:b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change the order:</a:t>
            </a:r>
          </a:p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“Send to Back”</a:t>
            </a:r>
            <a:endParaRPr lang="en-US" sz="999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E634593-C0C4-4730-B9C2-AC985C3B94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7255" y="518280"/>
            <a:ext cx="3026482" cy="1439667"/>
          </a:xfrm>
          <a:solidFill>
            <a:schemeClr val="bg1">
              <a:alpha val="75000"/>
            </a:schemeClr>
          </a:solidFill>
        </p:spPr>
        <p:txBody>
          <a:bodyPr lIns="180000" tIns="144000" rIns="180000" bIns="144000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  <a:lvl2pPr>
              <a:lnSpc>
                <a:spcPct val="100000"/>
              </a:lnSpc>
              <a:spcAft>
                <a:spcPts val="600"/>
              </a:spcAft>
              <a:defRPr sz="1799"/>
            </a:lvl2pPr>
            <a:lvl3pPr>
              <a:lnSpc>
                <a:spcPct val="100000"/>
              </a:lnSpc>
              <a:spcAft>
                <a:spcPts val="600"/>
              </a:spcAft>
              <a:defRPr sz="1399"/>
            </a:lvl3pPr>
            <a:lvl4pPr>
              <a:lnSpc>
                <a:spcPct val="100000"/>
              </a:lnSpc>
              <a:spcAft>
                <a:spcPts val="600"/>
              </a:spcAft>
              <a:defRPr sz="1399"/>
            </a:lvl4pPr>
            <a:lvl5pPr>
              <a:lnSpc>
                <a:spcPct val="100000"/>
              </a:lnSpc>
              <a:spcAft>
                <a:spcPts val="600"/>
              </a:spcAft>
              <a:defRPr sz="1399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F5E0BE0-E710-44BD-AC06-13C82062E8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642470" y="518280"/>
            <a:ext cx="3026482" cy="1439667"/>
          </a:xfrm>
          <a:solidFill>
            <a:schemeClr val="bg1">
              <a:alpha val="75000"/>
            </a:schemeClr>
          </a:solidFill>
        </p:spPr>
        <p:txBody>
          <a:bodyPr lIns="180000" tIns="144000" rIns="180000" bIns="144000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  <a:lvl2pPr>
              <a:lnSpc>
                <a:spcPct val="100000"/>
              </a:lnSpc>
              <a:spcAft>
                <a:spcPts val="600"/>
              </a:spcAft>
              <a:defRPr sz="1799"/>
            </a:lvl2pPr>
            <a:lvl3pPr>
              <a:lnSpc>
                <a:spcPct val="100000"/>
              </a:lnSpc>
              <a:spcAft>
                <a:spcPts val="600"/>
              </a:spcAft>
              <a:defRPr sz="1399"/>
            </a:lvl3pPr>
            <a:lvl4pPr>
              <a:lnSpc>
                <a:spcPct val="100000"/>
              </a:lnSpc>
              <a:spcAft>
                <a:spcPts val="600"/>
              </a:spcAft>
              <a:defRPr sz="1399"/>
            </a:lvl4pPr>
            <a:lvl5pPr>
              <a:lnSpc>
                <a:spcPct val="100000"/>
              </a:lnSpc>
              <a:spcAft>
                <a:spcPts val="600"/>
              </a:spcAft>
              <a:defRPr sz="1399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A7ACA32-7810-48AA-ABA8-70A7435773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80184" y="4545747"/>
            <a:ext cx="3026482" cy="1439667"/>
          </a:xfrm>
          <a:solidFill>
            <a:schemeClr val="bg1">
              <a:alpha val="75000"/>
            </a:schemeClr>
          </a:solidFill>
        </p:spPr>
        <p:txBody>
          <a:bodyPr lIns="180000" tIns="144000" rIns="180000" bIns="144000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  <a:lvl2pPr>
              <a:lnSpc>
                <a:spcPct val="100000"/>
              </a:lnSpc>
              <a:spcAft>
                <a:spcPts val="600"/>
              </a:spcAft>
              <a:defRPr sz="1799"/>
            </a:lvl2pPr>
            <a:lvl3pPr>
              <a:lnSpc>
                <a:spcPct val="100000"/>
              </a:lnSpc>
              <a:spcAft>
                <a:spcPts val="600"/>
              </a:spcAft>
              <a:defRPr sz="1399"/>
            </a:lvl3pPr>
            <a:lvl4pPr>
              <a:lnSpc>
                <a:spcPct val="100000"/>
              </a:lnSpc>
              <a:spcAft>
                <a:spcPts val="600"/>
              </a:spcAft>
              <a:defRPr sz="1399"/>
            </a:lvl4pPr>
            <a:lvl5pPr>
              <a:lnSpc>
                <a:spcPct val="100000"/>
              </a:lnSpc>
              <a:spcAft>
                <a:spcPts val="600"/>
              </a:spcAft>
              <a:defRPr sz="1399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9082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 (4 Image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0" y="3250048"/>
            <a:ext cx="6095225" cy="3250047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6"/>
          </p:nvPr>
        </p:nvSpPr>
        <p:spPr bwMode="gray">
          <a:xfrm>
            <a:off x="6093214" y="3250048"/>
            <a:ext cx="6095225" cy="3250047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6093214" y="1"/>
            <a:ext cx="6095225" cy="325364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7"/>
          </p:nvPr>
        </p:nvSpPr>
        <p:spPr bwMode="gray">
          <a:xfrm>
            <a:off x="0" y="1"/>
            <a:ext cx="6095225" cy="325364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F54FADF3-8BAA-41A3-A4BA-132594D75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6CF1C026-AE00-46BC-A6FE-EA1BA304F1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5905302C-C4F7-43AB-AEC1-E9B79EA480CF}"/>
              </a:ext>
            </a:extLst>
          </p:cNvPr>
          <p:cNvSpPr txBox="1">
            <a:spLocks/>
          </p:cNvSpPr>
          <p:nvPr userDrawn="1"/>
        </p:nvSpPr>
        <p:spPr>
          <a:xfrm>
            <a:off x="509280" y="6550484"/>
            <a:ext cx="169111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de-DE"/>
            </a:defPPr>
            <a:lvl1pPr marL="0" algn="r" defTabSz="1088959" rtl="0" eaLnBrk="1" latinLnBrk="0" hangingPunct="1">
              <a:defRPr lang="de-DE" sz="1000" b="0" i="0" kern="1200" smtClean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defRPr>
            </a:lvl1pPr>
            <a:lvl2pPr marL="54447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95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43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791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9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87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135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83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54">
              <a:lnSpc>
                <a:spcPct val="108000"/>
              </a:lnSpc>
              <a:spcAft>
                <a:spcPts val="1007"/>
              </a:spcAft>
              <a:buFont typeface="+mj-lt"/>
              <a:buNone/>
            </a:pPr>
            <a:r>
              <a:rPr lang="de-DE" sz="999" b="0" i="0" kern="1200" dirty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rPr>
              <a:t>Daimler Truck</a:t>
            </a:r>
          </a:p>
        </p:txBody>
      </p:sp>
    </p:spTree>
    <p:extLst>
      <p:ext uri="{BB962C8B-B14F-4D97-AF65-F5344CB8AC3E}">
        <p14:creationId xmlns:p14="http://schemas.microsoft.com/office/powerpoint/2010/main" val="2276295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, Text Boxes (4 Image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0" y="3250048"/>
            <a:ext cx="6095225" cy="3250047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6"/>
          </p:nvPr>
        </p:nvSpPr>
        <p:spPr bwMode="gray">
          <a:xfrm>
            <a:off x="6093214" y="3250048"/>
            <a:ext cx="6095225" cy="3250047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6093214" y="1"/>
            <a:ext cx="6095225" cy="325364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7"/>
          </p:nvPr>
        </p:nvSpPr>
        <p:spPr bwMode="gray">
          <a:xfrm>
            <a:off x="0" y="1"/>
            <a:ext cx="6095225" cy="325364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F54FADF3-8BAA-41A3-A4BA-132594D75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6CF1C026-AE00-46BC-A6FE-EA1BA304F1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5905302C-C4F7-43AB-AEC1-E9B79EA480CF}"/>
              </a:ext>
            </a:extLst>
          </p:cNvPr>
          <p:cNvSpPr txBox="1">
            <a:spLocks/>
          </p:cNvSpPr>
          <p:nvPr userDrawn="1"/>
        </p:nvSpPr>
        <p:spPr>
          <a:xfrm>
            <a:off x="509280" y="6550484"/>
            <a:ext cx="169111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de-DE"/>
            </a:defPPr>
            <a:lvl1pPr marL="0" algn="r" defTabSz="1088959" rtl="0" eaLnBrk="1" latinLnBrk="0" hangingPunct="1">
              <a:defRPr lang="de-DE" sz="1000" b="0" i="0" kern="1200" smtClean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defRPr>
            </a:lvl1pPr>
            <a:lvl2pPr marL="54447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95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43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791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9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87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135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83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54">
              <a:lnSpc>
                <a:spcPct val="108000"/>
              </a:lnSpc>
              <a:spcAft>
                <a:spcPts val="1007"/>
              </a:spcAft>
              <a:buFont typeface="+mj-lt"/>
              <a:buNone/>
            </a:pPr>
            <a:r>
              <a:rPr lang="de-DE" sz="999" b="0" i="0" kern="1200" dirty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rPr>
              <a:t>Daimler Truck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9F3D7B9F-D716-4D96-A9B0-2BA82590F50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2359068" y="381706"/>
            <a:ext cx="360175" cy="360280"/>
          </a:xfrm>
          <a:custGeom>
            <a:avLst/>
            <a:gdLst>
              <a:gd name="T0" fmla="*/ 11340 w 12045"/>
              <a:gd name="T1" fmla="*/ 710 h 12045"/>
              <a:gd name="T2" fmla="*/ 710 w 12045"/>
              <a:gd name="T3" fmla="*/ 710 h 12045"/>
              <a:gd name="T4" fmla="*/ 710 w 12045"/>
              <a:gd name="T5" fmla="*/ 11340 h 12045"/>
              <a:gd name="T6" fmla="*/ 11340 w 12045"/>
              <a:gd name="T7" fmla="*/ 11340 h 12045"/>
              <a:gd name="T8" fmla="*/ 11340 w 12045"/>
              <a:gd name="T9" fmla="*/ 710 h 12045"/>
              <a:gd name="T10" fmla="*/ 6040 w 12045"/>
              <a:gd name="T11" fmla="*/ 2970 h 12045"/>
              <a:gd name="T12" fmla="*/ 5465 w 12045"/>
              <a:gd name="T13" fmla="*/ 3545 h 12045"/>
              <a:gd name="T14" fmla="*/ 6025 w 12045"/>
              <a:gd name="T15" fmla="*/ 4085 h 12045"/>
              <a:gd name="T16" fmla="*/ 6585 w 12045"/>
              <a:gd name="T17" fmla="*/ 3535 h 12045"/>
              <a:gd name="T18" fmla="*/ 6040 w 12045"/>
              <a:gd name="T19" fmla="*/ 2970 h 12045"/>
              <a:gd name="T20" fmla="*/ 5575 w 12045"/>
              <a:gd name="T21" fmla="*/ 4800 h 12045"/>
              <a:gd name="T22" fmla="*/ 5575 w 12045"/>
              <a:gd name="T23" fmla="*/ 9075 h 12045"/>
              <a:gd name="T24" fmla="*/ 6475 w 12045"/>
              <a:gd name="T25" fmla="*/ 9075 h 12045"/>
              <a:gd name="T26" fmla="*/ 6475 w 12045"/>
              <a:gd name="T27" fmla="*/ 4800 h 12045"/>
              <a:gd name="T28" fmla="*/ 5575 w 12045"/>
              <a:gd name="T29" fmla="*/ 4800 h 12045"/>
              <a:gd name="T30" fmla="*/ 12045 w 12045"/>
              <a:gd name="T31" fmla="*/ 0 h 12045"/>
              <a:gd name="T32" fmla="*/ 12045 w 12045"/>
              <a:gd name="T33" fmla="*/ 12045 h 12045"/>
              <a:gd name="T34" fmla="*/ 0 w 12045"/>
              <a:gd name="T35" fmla="*/ 12045 h 12045"/>
              <a:gd name="T36" fmla="*/ 0 w 12045"/>
              <a:gd name="T37" fmla="*/ 0 h 12045"/>
              <a:gd name="T38" fmla="*/ 12045 w 12045"/>
              <a:gd name="T39" fmla="*/ 0 h 12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2045" h="12045">
                <a:moveTo>
                  <a:pt x="11340" y="710"/>
                </a:moveTo>
                <a:lnTo>
                  <a:pt x="710" y="710"/>
                </a:lnTo>
                <a:lnTo>
                  <a:pt x="710" y="11340"/>
                </a:lnTo>
                <a:lnTo>
                  <a:pt x="11340" y="11340"/>
                </a:lnTo>
                <a:lnTo>
                  <a:pt x="11340" y="710"/>
                </a:lnTo>
                <a:close/>
                <a:moveTo>
                  <a:pt x="6040" y="2970"/>
                </a:moveTo>
                <a:cubicBezTo>
                  <a:pt x="5700" y="2970"/>
                  <a:pt x="5465" y="3205"/>
                  <a:pt x="5465" y="3545"/>
                </a:cubicBezTo>
                <a:cubicBezTo>
                  <a:pt x="5465" y="3860"/>
                  <a:pt x="5690" y="4085"/>
                  <a:pt x="6025" y="4085"/>
                </a:cubicBezTo>
                <a:cubicBezTo>
                  <a:pt x="6360" y="4085"/>
                  <a:pt x="6585" y="3860"/>
                  <a:pt x="6585" y="3535"/>
                </a:cubicBezTo>
                <a:cubicBezTo>
                  <a:pt x="6580" y="3205"/>
                  <a:pt x="6355" y="2970"/>
                  <a:pt x="6040" y="2970"/>
                </a:cubicBezTo>
                <a:close/>
                <a:moveTo>
                  <a:pt x="5575" y="4800"/>
                </a:moveTo>
                <a:lnTo>
                  <a:pt x="5575" y="9075"/>
                </a:lnTo>
                <a:lnTo>
                  <a:pt x="6475" y="9075"/>
                </a:lnTo>
                <a:lnTo>
                  <a:pt x="6475" y="4800"/>
                </a:lnTo>
                <a:lnTo>
                  <a:pt x="5575" y="4800"/>
                </a:lnTo>
                <a:close/>
                <a:moveTo>
                  <a:pt x="12045" y="0"/>
                </a:moveTo>
                <a:lnTo>
                  <a:pt x="12045" y="12045"/>
                </a:lnTo>
                <a:lnTo>
                  <a:pt x="0" y="12045"/>
                </a:lnTo>
                <a:lnTo>
                  <a:pt x="0" y="0"/>
                </a:lnTo>
                <a:lnTo>
                  <a:pt x="12045" y="0"/>
                </a:lnTo>
                <a:close/>
              </a:path>
            </a:pathLst>
          </a:custGeom>
          <a:solidFill>
            <a:schemeClr val="accent1"/>
          </a:soli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de-DE" sz="1799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CAEE36-49D1-4AF7-B478-F67F8849D453}"/>
              </a:ext>
            </a:extLst>
          </p:cNvPr>
          <p:cNvSpPr txBox="1"/>
          <p:nvPr userDrawn="1"/>
        </p:nvSpPr>
        <p:spPr>
          <a:xfrm>
            <a:off x="12359067" y="872359"/>
            <a:ext cx="1429127" cy="141390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999" b="1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Background Picture</a:t>
            </a:r>
          </a:p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999" b="0" i="0" u="none" strike="noStrike" kern="1200" cap="none" spc="0" normalizeH="0" baseline="0" noProof="0" dirty="0">
              <a:ln>
                <a:noFill/>
              </a:ln>
              <a:solidFill>
                <a:srgbClr val="00677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you change the background picture, </a:t>
            </a:r>
            <a:b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might need to </a:t>
            </a:r>
            <a:b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change the order:</a:t>
            </a:r>
          </a:p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“Send to Back”</a:t>
            </a:r>
            <a:endParaRPr lang="en-US" sz="999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28AF4E3-70D9-4CE7-9326-FC8E52D5F9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0430" y="518280"/>
            <a:ext cx="2518051" cy="1122940"/>
          </a:xfrm>
          <a:solidFill>
            <a:schemeClr val="bg1">
              <a:alpha val="75000"/>
            </a:schemeClr>
          </a:solidFill>
        </p:spPr>
        <p:txBody>
          <a:bodyPr lIns="180000" tIns="144000" rIns="180000" bIns="144000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  <a:lvl2pPr>
              <a:lnSpc>
                <a:spcPct val="100000"/>
              </a:lnSpc>
              <a:spcAft>
                <a:spcPts val="600"/>
              </a:spcAft>
              <a:defRPr sz="1799"/>
            </a:lvl2pPr>
            <a:lvl3pPr>
              <a:lnSpc>
                <a:spcPct val="100000"/>
              </a:lnSpc>
              <a:spcAft>
                <a:spcPts val="600"/>
              </a:spcAft>
              <a:defRPr sz="1399"/>
            </a:lvl3pPr>
            <a:lvl4pPr>
              <a:lnSpc>
                <a:spcPct val="100000"/>
              </a:lnSpc>
              <a:spcAft>
                <a:spcPts val="600"/>
              </a:spcAft>
              <a:defRPr sz="1399"/>
            </a:lvl4pPr>
            <a:lvl5pPr>
              <a:lnSpc>
                <a:spcPct val="100000"/>
              </a:lnSpc>
              <a:spcAft>
                <a:spcPts val="600"/>
              </a:spcAft>
              <a:defRPr sz="1399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9ADA93A-3B24-471A-80CC-B1EE8A7A36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35884" y="4861313"/>
            <a:ext cx="2519638" cy="1123675"/>
          </a:xfrm>
          <a:solidFill>
            <a:schemeClr val="bg1">
              <a:alpha val="75000"/>
            </a:schemeClr>
          </a:solidFill>
        </p:spPr>
        <p:txBody>
          <a:bodyPr lIns="180000" tIns="144000" rIns="180000" bIns="144000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  <a:lvl2pPr>
              <a:lnSpc>
                <a:spcPct val="100000"/>
              </a:lnSpc>
              <a:spcAft>
                <a:spcPts val="600"/>
              </a:spcAft>
              <a:defRPr sz="1799"/>
            </a:lvl2pPr>
            <a:lvl3pPr>
              <a:lnSpc>
                <a:spcPct val="100000"/>
              </a:lnSpc>
              <a:spcAft>
                <a:spcPts val="600"/>
              </a:spcAft>
              <a:defRPr sz="1399"/>
            </a:lvl3pPr>
            <a:lvl4pPr>
              <a:lnSpc>
                <a:spcPct val="100000"/>
              </a:lnSpc>
              <a:spcAft>
                <a:spcPts val="600"/>
              </a:spcAft>
              <a:defRPr sz="1399"/>
            </a:lvl4pPr>
            <a:lvl5pPr>
              <a:lnSpc>
                <a:spcPct val="100000"/>
              </a:lnSpc>
              <a:spcAft>
                <a:spcPts val="600"/>
              </a:spcAft>
              <a:defRPr sz="1399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93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 (6 Image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0" y="0"/>
            <a:ext cx="4065882" cy="325364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19"/>
          </p:nvPr>
        </p:nvSpPr>
        <p:spPr bwMode="gray">
          <a:xfrm>
            <a:off x="8131765" y="1"/>
            <a:ext cx="4066941" cy="325364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de-DE"/>
              <a:t>Bild durch Klicken auf Symbol hinzufügen</a:t>
            </a:r>
            <a:endParaRPr lang="en-GB" noProof="0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62DFA4-3466-4425-BCF6-4E0C92D6C90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 bwMode="gray">
          <a:xfrm>
            <a:off x="0" y="3250048"/>
            <a:ext cx="4065882" cy="325364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A0E9022C-CB11-4B87-AE23-9E43294015F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8131765" y="3250048"/>
            <a:ext cx="4066941" cy="325364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de-DE"/>
              <a:t>Bild durch Klicken auf Symbol hinzufügen</a:t>
            </a:r>
            <a:endParaRPr lang="en-GB" noProof="0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9CC6E02-D555-43FC-A6EB-8ECCD5814EE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4065883" y="1"/>
            <a:ext cx="4066941" cy="325364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de-DE"/>
              <a:t>Bild durch Klicken auf Symbol hinzufügen</a:t>
            </a:r>
            <a:endParaRPr lang="en-GB" noProof="0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6AD04322-37D9-4D87-93CC-BB27FCFA716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4065883" y="3250048"/>
            <a:ext cx="4066941" cy="325364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de-DE"/>
              <a:t>Bild durch Klicken auf Symbol hinzufügen</a:t>
            </a:r>
            <a:endParaRPr lang="en-GB" noProof="0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7BC7683-7EF0-4685-943F-11ACC2CA1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B853C1E8-A817-456A-8018-FAF02947E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07152B5F-C032-45EB-8347-CA2FEFE82721}"/>
              </a:ext>
            </a:extLst>
          </p:cNvPr>
          <p:cNvSpPr txBox="1">
            <a:spLocks/>
          </p:cNvSpPr>
          <p:nvPr userDrawn="1"/>
        </p:nvSpPr>
        <p:spPr>
          <a:xfrm>
            <a:off x="509280" y="6550484"/>
            <a:ext cx="169111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de-DE"/>
            </a:defPPr>
            <a:lvl1pPr marL="0" algn="r" defTabSz="1088959" rtl="0" eaLnBrk="1" latinLnBrk="0" hangingPunct="1">
              <a:defRPr lang="de-DE" sz="1000" b="0" i="0" kern="1200" smtClean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defRPr>
            </a:lvl1pPr>
            <a:lvl2pPr marL="54447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95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43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791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9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87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135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83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54">
              <a:lnSpc>
                <a:spcPct val="108000"/>
              </a:lnSpc>
              <a:spcAft>
                <a:spcPts val="1007"/>
              </a:spcAft>
              <a:buFont typeface="+mj-lt"/>
              <a:buNone/>
            </a:pPr>
            <a:r>
              <a:rPr lang="de-DE" sz="999" b="0" i="0" kern="1200" dirty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rPr>
              <a:t>Daimler Truck</a:t>
            </a:r>
          </a:p>
        </p:txBody>
      </p:sp>
    </p:spTree>
    <p:extLst>
      <p:ext uri="{BB962C8B-B14F-4D97-AF65-F5344CB8AC3E}">
        <p14:creationId xmlns:p14="http://schemas.microsoft.com/office/powerpoint/2010/main" val="1786033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, Text Boxes (6 Image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0" y="0"/>
            <a:ext cx="4065882" cy="325364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19"/>
          </p:nvPr>
        </p:nvSpPr>
        <p:spPr bwMode="gray">
          <a:xfrm>
            <a:off x="8131765" y="1"/>
            <a:ext cx="4066941" cy="325364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de-DE"/>
              <a:t>Bild durch Klicken auf Symbol hinzufügen</a:t>
            </a:r>
            <a:endParaRPr lang="en-GB" noProof="0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62DFA4-3466-4425-BCF6-4E0C92D6C90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 bwMode="gray">
          <a:xfrm>
            <a:off x="0" y="3250048"/>
            <a:ext cx="4065882" cy="325364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noProof="0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A0E9022C-CB11-4B87-AE23-9E43294015F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8131765" y="3250048"/>
            <a:ext cx="4066941" cy="325364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de-DE"/>
              <a:t>Bild durch Klicken auf Symbol hinzufügen</a:t>
            </a:r>
            <a:endParaRPr lang="en-GB" noProof="0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9CC6E02-D555-43FC-A6EB-8ECCD5814EE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4065883" y="1"/>
            <a:ext cx="4066941" cy="325364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de-DE"/>
              <a:t>Bild durch Klicken auf Symbol hinzufügen</a:t>
            </a:r>
            <a:endParaRPr lang="en-GB" noProof="0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6AD04322-37D9-4D87-93CC-BB27FCFA716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4065883" y="3250048"/>
            <a:ext cx="4066941" cy="325364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de-DE"/>
              <a:t>Bild durch Klicken auf Symbol hinzufügen</a:t>
            </a:r>
            <a:endParaRPr lang="en-GB" noProof="0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7BC7683-7EF0-4685-943F-11ACC2CA1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B853C1E8-A817-456A-8018-FAF02947E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07152B5F-C032-45EB-8347-CA2FEFE82721}"/>
              </a:ext>
            </a:extLst>
          </p:cNvPr>
          <p:cNvSpPr txBox="1">
            <a:spLocks/>
          </p:cNvSpPr>
          <p:nvPr userDrawn="1"/>
        </p:nvSpPr>
        <p:spPr>
          <a:xfrm>
            <a:off x="509280" y="6550484"/>
            <a:ext cx="169111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de-DE"/>
            </a:defPPr>
            <a:lvl1pPr marL="0" algn="r" defTabSz="1088959" rtl="0" eaLnBrk="1" latinLnBrk="0" hangingPunct="1">
              <a:defRPr lang="de-DE" sz="1000" b="0" i="0" kern="1200" smtClean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defRPr>
            </a:lvl1pPr>
            <a:lvl2pPr marL="54447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95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43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791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9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87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135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83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54">
              <a:lnSpc>
                <a:spcPct val="108000"/>
              </a:lnSpc>
              <a:spcAft>
                <a:spcPts val="1007"/>
              </a:spcAft>
              <a:buFont typeface="+mj-lt"/>
              <a:buNone/>
            </a:pPr>
            <a:r>
              <a:rPr lang="de-DE" sz="999" b="0" i="0" kern="1200" dirty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rPr>
              <a:t>Daimler Truck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D71B15AC-7508-4D2E-9A2C-DDCFC663FBD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2359068" y="381706"/>
            <a:ext cx="360175" cy="360280"/>
          </a:xfrm>
          <a:custGeom>
            <a:avLst/>
            <a:gdLst>
              <a:gd name="T0" fmla="*/ 11340 w 12045"/>
              <a:gd name="T1" fmla="*/ 710 h 12045"/>
              <a:gd name="T2" fmla="*/ 710 w 12045"/>
              <a:gd name="T3" fmla="*/ 710 h 12045"/>
              <a:gd name="T4" fmla="*/ 710 w 12045"/>
              <a:gd name="T5" fmla="*/ 11340 h 12045"/>
              <a:gd name="T6" fmla="*/ 11340 w 12045"/>
              <a:gd name="T7" fmla="*/ 11340 h 12045"/>
              <a:gd name="T8" fmla="*/ 11340 w 12045"/>
              <a:gd name="T9" fmla="*/ 710 h 12045"/>
              <a:gd name="T10" fmla="*/ 6040 w 12045"/>
              <a:gd name="T11" fmla="*/ 2970 h 12045"/>
              <a:gd name="T12" fmla="*/ 5465 w 12045"/>
              <a:gd name="T13" fmla="*/ 3545 h 12045"/>
              <a:gd name="T14" fmla="*/ 6025 w 12045"/>
              <a:gd name="T15" fmla="*/ 4085 h 12045"/>
              <a:gd name="T16" fmla="*/ 6585 w 12045"/>
              <a:gd name="T17" fmla="*/ 3535 h 12045"/>
              <a:gd name="T18" fmla="*/ 6040 w 12045"/>
              <a:gd name="T19" fmla="*/ 2970 h 12045"/>
              <a:gd name="T20" fmla="*/ 5575 w 12045"/>
              <a:gd name="T21" fmla="*/ 4800 h 12045"/>
              <a:gd name="T22" fmla="*/ 5575 w 12045"/>
              <a:gd name="T23" fmla="*/ 9075 h 12045"/>
              <a:gd name="T24" fmla="*/ 6475 w 12045"/>
              <a:gd name="T25" fmla="*/ 9075 h 12045"/>
              <a:gd name="T26" fmla="*/ 6475 w 12045"/>
              <a:gd name="T27" fmla="*/ 4800 h 12045"/>
              <a:gd name="T28" fmla="*/ 5575 w 12045"/>
              <a:gd name="T29" fmla="*/ 4800 h 12045"/>
              <a:gd name="T30" fmla="*/ 12045 w 12045"/>
              <a:gd name="T31" fmla="*/ 0 h 12045"/>
              <a:gd name="T32" fmla="*/ 12045 w 12045"/>
              <a:gd name="T33" fmla="*/ 12045 h 12045"/>
              <a:gd name="T34" fmla="*/ 0 w 12045"/>
              <a:gd name="T35" fmla="*/ 12045 h 12045"/>
              <a:gd name="T36" fmla="*/ 0 w 12045"/>
              <a:gd name="T37" fmla="*/ 0 h 12045"/>
              <a:gd name="T38" fmla="*/ 12045 w 12045"/>
              <a:gd name="T39" fmla="*/ 0 h 12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2045" h="12045">
                <a:moveTo>
                  <a:pt x="11340" y="710"/>
                </a:moveTo>
                <a:lnTo>
                  <a:pt x="710" y="710"/>
                </a:lnTo>
                <a:lnTo>
                  <a:pt x="710" y="11340"/>
                </a:lnTo>
                <a:lnTo>
                  <a:pt x="11340" y="11340"/>
                </a:lnTo>
                <a:lnTo>
                  <a:pt x="11340" y="710"/>
                </a:lnTo>
                <a:close/>
                <a:moveTo>
                  <a:pt x="6040" y="2970"/>
                </a:moveTo>
                <a:cubicBezTo>
                  <a:pt x="5700" y="2970"/>
                  <a:pt x="5465" y="3205"/>
                  <a:pt x="5465" y="3545"/>
                </a:cubicBezTo>
                <a:cubicBezTo>
                  <a:pt x="5465" y="3860"/>
                  <a:pt x="5690" y="4085"/>
                  <a:pt x="6025" y="4085"/>
                </a:cubicBezTo>
                <a:cubicBezTo>
                  <a:pt x="6360" y="4085"/>
                  <a:pt x="6585" y="3860"/>
                  <a:pt x="6585" y="3535"/>
                </a:cubicBezTo>
                <a:cubicBezTo>
                  <a:pt x="6580" y="3205"/>
                  <a:pt x="6355" y="2970"/>
                  <a:pt x="6040" y="2970"/>
                </a:cubicBezTo>
                <a:close/>
                <a:moveTo>
                  <a:pt x="5575" y="4800"/>
                </a:moveTo>
                <a:lnTo>
                  <a:pt x="5575" y="9075"/>
                </a:lnTo>
                <a:lnTo>
                  <a:pt x="6475" y="9075"/>
                </a:lnTo>
                <a:lnTo>
                  <a:pt x="6475" y="4800"/>
                </a:lnTo>
                <a:lnTo>
                  <a:pt x="5575" y="4800"/>
                </a:lnTo>
                <a:close/>
                <a:moveTo>
                  <a:pt x="12045" y="0"/>
                </a:moveTo>
                <a:lnTo>
                  <a:pt x="12045" y="12045"/>
                </a:lnTo>
                <a:lnTo>
                  <a:pt x="0" y="12045"/>
                </a:lnTo>
                <a:lnTo>
                  <a:pt x="0" y="0"/>
                </a:lnTo>
                <a:lnTo>
                  <a:pt x="12045" y="0"/>
                </a:lnTo>
                <a:close/>
              </a:path>
            </a:pathLst>
          </a:custGeom>
          <a:solidFill>
            <a:schemeClr val="accent1"/>
          </a:soli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de-DE" sz="179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00BA6E-534E-4CE4-986E-A177B19CCC27}"/>
              </a:ext>
            </a:extLst>
          </p:cNvPr>
          <p:cNvSpPr txBox="1"/>
          <p:nvPr userDrawn="1"/>
        </p:nvSpPr>
        <p:spPr>
          <a:xfrm>
            <a:off x="12359067" y="872359"/>
            <a:ext cx="1429127" cy="141390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999" b="1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Background Picture</a:t>
            </a:r>
          </a:p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999" b="0" i="0" u="none" strike="noStrike" kern="1200" cap="none" spc="0" normalizeH="0" baseline="0" noProof="0" dirty="0">
              <a:ln>
                <a:noFill/>
              </a:ln>
              <a:solidFill>
                <a:srgbClr val="00677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you change the background picture, </a:t>
            </a:r>
            <a:b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might need to </a:t>
            </a:r>
            <a:b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change the order:</a:t>
            </a:r>
          </a:p>
          <a:p>
            <a:pPr marL="0" marR="0" lvl="0" indent="0" algn="l" defTabSz="91421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“Send to Back”</a:t>
            </a:r>
            <a:endParaRPr lang="en-US" sz="999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F335A7D-EA99-4312-A273-1982141E83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7255" y="2239761"/>
            <a:ext cx="2518051" cy="495604"/>
          </a:xfrm>
          <a:solidFill>
            <a:schemeClr val="bg1">
              <a:alpha val="75000"/>
            </a:schemeClr>
          </a:solidFill>
        </p:spPr>
        <p:txBody>
          <a:bodyPr lIns="144000" tIns="108000" rIns="144000" bIns="108000" anchor="ctr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2B01483-A068-45CE-8F3A-F7B37097C4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105915" y="3768327"/>
            <a:ext cx="2518051" cy="496685"/>
          </a:xfrm>
          <a:solidFill>
            <a:schemeClr val="bg1">
              <a:alpha val="75000"/>
            </a:schemeClr>
          </a:solidFill>
        </p:spPr>
        <p:txBody>
          <a:bodyPr lIns="144000" tIns="108000" rIns="144000" bIns="108000" anchor="ctr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241C409-26DB-453A-BED0-15F2B327AD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55045" y="5488867"/>
            <a:ext cx="2518051" cy="496547"/>
          </a:xfrm>
          <a:solidFill>
            <a:schemeClr val="bg1">
              <a:alpha val="75000"/>
            </a:schemeClr>
          </a:solidFill>
        </p:spPr>
        <p:txBody>
          <a:bodyPr lIns="144000" tIns="108000" rIns="144000" bIns="108000" anchor="ctr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476992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34A0DA-135E-4537-A004-F8B5BF8D6515}"/>
              </a:ext>
            </a:extLst>
          </p:cNvPr>
          <p:cNvSpPr/>
          <p:nvPr userDrawn="1"/>
        </p:nvSpPr>
        <p:spPr>
          <a:xfrm>
            <a:off x="0" y="1807744"/>
            <a:ext cx="12192000" cy="46788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63" tIns="71963" rIns="71963" bIns="71963" rtlCol="0" anchor="ctr"/>
          <a:lstStyle/>
          <a:p>
            <a:pPr algn="ctr"/>
            <a:endParaRPr lang="en-US" sz="1999" dirty="0" err="1">
              <a:latin typeface="Daimler CS" pitchFamily="2" charset="0"/>
            </a:endParaRPr>
          </a:p>
        </p:txBody>
      </p:sp>
      <p:sp>
        <p:nvSpPr>
          <p:cNvPr id="3" name="Untertitel 2" hidden="1"/>
          <p:cNvSpPr>
            <a:spLocks noGrp="1"/>
          </p:cNvSpPr>
          <p:nvPr>
            <p:ph type="subTitle" idx="1"/>
          </p:nvPr>
        </p:nvSpPr>
        <p:spPr>
          <a:xfrm>
            <a:off x="-167150" y="6858000"/>
            <a:ext cx="35981" cy="3599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217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de-DE" sz="100" b="0" i="0" kern="1200" baseline="0" noProof="0" dirty="0">
                <a:solidFill>
                  <a:srgbClr val="CFCFCF"/>
                </a:solidFill>
                <a:latin typeface="Daimler CS" pitchFamily="2" charset="0"/>
                <a:ea typeface="+mn-ea"/>
                <a:cs typeface="+mn-cs"/>
              </a:defRPr>
            </a:lvl1pPr>
          </a:lstStyle>
          <a:p>
            <a:pPr lvl="0" defTabSz="1088741">
              <a:lnSpc>
                <a:spcPct val="100000"/>
              </a:lnSpc>
              <a:buSzPct val="80000"/>
            </a:pPr>
            <a:r>
              <a:rPr lang="de-DE"/>
              <a:t>Formatvorlage des Untertitelmasters durch Klicken bearbeiten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28324" y="3599167"/>
            <a:ext cx="11186049" cy="140383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108874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defRPr lang="de-DE" baseline="0">
                <a:latin typeface="+mj-lt"/>
              </a:defRPr>
            </a:lvl1pPr>
          </a:lstStyle>
          <a:p>
            <a:pPr marL="0" lvl="0" indent="0" algn="l" defTabSz="108874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de-DE"/>
              <a:t>Titelmasterformat durch Klicken bearbeiten</a:t>
            </a:r>
            <a:endParaRPr lang="de-DE" dirty="0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39A23A38-0AF9-4BA0-AF52-3787004080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435" y="722555"/>
            <a:ext cx="4933132" cy="37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2174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-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8714304"/>
              </p:ext>
            </p:extLst>
          </p:nvPr>
        </p:nvGraphicFramePr>
        <p:xfrm>
          <a:off x="1587" y="1587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7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667" cy="1587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799" b="0" i="0" baseline="0">
              <a:latin typeface="Daimler CS" pitchFamily="2" charset="0"/>
              <a:ea typeface="+mj-ea"/>
              <a:cs typeface="+mj-cs"/>
              <a:sym typeface="Daimler CS" pitchFamily="2" charset="0"/>
            </a:endParaRPr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77477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 rtl="0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  <a:defRPr/>
            </a:pPr>
            <a:fld id="{52531704-8F80-415D-BD2B-6B9991AE822F}" type="slidenum">
              <a:rPr lang="en-US" smtClean="0">
                <a:solidFill>
                  <a:prstClr val="black"/>
                </a:solidFill>
              </a:rPr>
              <a:pPr defTabSz="914454">
                <a:lnSpc>
                  <a:spcPct val="108000"/>
                </a:lnSpc>
                <a:spcAft>
                  <a:spcPts val="1007"/>
                </a:spcAft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Titel 12"/>
          <p:cNvSpPr>
            <a:spLocks noGrp="1"/>
          </p:cNvSpPr>
          <p:nvPr>
            <p:ph type="title"/>
          </p:nvPr>
        </p:nvSpPr>
        <p:spPr>
          <a:xfrm>
            <a:off x="395290" y="367510"/>
            <a:ext cx="11406188" cy="1009155"/>
          </a:xfrm>
        </p:spPr>
        <p:txBody>
          <a:bodyPr vert="horz"/>
          <a:lstStyle>
            <a:lvl1pPr rtl="0">
              <a:defRPr sz="2799"/>
            </a:lvl1pPr>
          </a:lstStyle>
          <a:p>
            <a:r>
              <a:rPr lang="en-US" err="1"/>
              <a:t>Titelmasterformat</a:t>
            </a:r>
            <a:r>
              <a:rPr lang="en-US"/>
              <a:t> </a:t>
            </a:r>
            <a:r>
              <a:rPr lang="en-US" err="1"/>
              <a:t>durch</a:t>
            </a:r>
            <a:r>
              <a:rPr lang="en-US"/>
              <a:t> </a:t>
            </a:r>
            <a:r>
              <a:rPr lang="en-US" err="1"/>
              <a:t>Klicken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844103" y="6552002"/>
            <a:ext cx="5149106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 rtl="0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  <a:defRPr/>
            </a:pPr>
            <a:r>
              <a:rPr lang="en-US">
                <a:solidFill>
                  <a:prstClr val="black"/>
                </a:solidFill>
              </a:rPr>
              <a:t>QG7 Project Pflichtenheft - eActros Gen3 | 05/2024</a:t>
            </a:r>
          </a:p>
        </p:txBody>
      </p:sp>
    </p:spTree>
    <p:extLst>
      <p:ext uri="{BB962C8B-B14F-4D97-AF65-F5344CB8AC3E}">
        <p14:creationId xmlns:p14="http://schemas.microsoft.com/office/powerpoint/2010/main" val="2859520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-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6694061"/>
              </p:ext>
            </p:extLst>
          </p:nvPr>
        </p:nvGraphicFramePr>
        <p:xfrm>
          <a:off x="1587" y="1587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7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667" cy="1587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2799" b="0" i="0" baseline="0" dirty="0" err="1">
              <a:latin typeface="Daimler CS" pitchFamily="2" charset="0"/>
              <a:ea typeface="+mj-ea"/>
              <a:cs typeface="+mj-cs"/>
              <a:sym typeface="Daimler CS" pitchFamily="2" charset="0"/>
            </a:endParaRPr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77477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  <a:defRPr/>
            </a:pPr>
            <a:fld id="{52531704-8F80-415D-BD2B-6B9991AE822F}" type="slidenum">
              <a:rPr lang="de-DE" smtClean="0">
                <a:solidFill>
                  <a:prstClr val="black"/>
                </a:solidFill>
              </a:rPr>
              <a:pPr defTabSz="914454">
                <a:lnSpc>
                  <a:spcPct val="108000"/>
                </a:lnSpc>
                <a:spcAft>
                  <a:spcPts val="1007"/>
                </a:spcAft>
                <a:defRPr/>
              </a:pPr>
              <a:t>‹#›</a:t>
            </a:fld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D1C9B917-9822-40E3-B190-583B28BC0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5209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  <a:defRPr/>
            </a:pPr>
            <a:r>
              <a:rPr lang="en-US">
                <a:solidFill>
                  <a:prstClr val="black"/>
                </a:solidFill>
              </a:rPr>
              <a:t>Premise Book - eActros Gen3 inkl. eEconic Input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D9A6CA7B-BE10-4ED1-A788-81A3625EE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90" y="1520473"/>
            <a:ext cx="11422256" cy="49057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Titel 12"/>
          <p:cNvSpPr>
            <a:spLocks noGrp="1"/>
          </p:cNvSpPr>
          <p:nvPr>
            <p:ph type="title"/>
          </p:nvPr>
        </p:nvSpPr>
        <p:spPr>
          <a:xfrm>
            <a:off x="395290" y="367510"/>
            <a:ext cx="11406188" cy="1009155"/>
          </a:xfrm>
        </p:spPr>
        <p:txBody>
          <a:bodyPr/>
          <a:lstStyle>
            <a:lvl1pPr>
              <a:defRPr sz="2799"/>
            </a:lvl1pPr>
          </a:lstStyle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766158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7" y="1587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7" y="1587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6" name="Foliennummernplatzhalter 10"/>
          <p:cNvSpPr>
            <a:spLocks noGrp="1"/>
          </p:cNvSpPr>
          <p:nvPr>
            <p:ph type="sldNum" sz="quarter" idx="17"/>
          </p:nvPr>
        </p:nvSpPr>
        <p:spPr>
          <a:xfrm>
            <a:off x="11457841" y="6552000"/>
            <a:ext cx="323830" cy="306000"/>
          </a:xfrm>
        </p:spPr>
        <p:txBody>
          <a:bodyPr tIns="0"/>
          <a:lstStyle/>
          <a:p>
            <a:fld id="{B8BD4307-8E25-4063-B042-91C9BB9E4C20}" type="slidenum">
              <a:rPr lang="de-DE" smtClean="0">
                <a:solidFill>
                  <a:prstClr val="black"/>
                </a:solidFill>
              </a:rPr>
              <a:pPr/>
              <a:t>‹#›</a:t>
            </a:fld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95083" y="368301"/>
            <a:ext cx="11404800" cy="100836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de-DE" dirty="0"/>
              <a:t>Headline </a:t>
            </a:r>
            <a:r>
              <a:rPr lang="de-DE"/>
              <a:t>in der Schrift CorpoA </a:t>
            </a:r>
            <a:r>
              <a:rPr lang="de-DE" dirty="0"/>
              <a:t>Regular 30 </a:t>
            </a:r>
            <a:r>
              <a:rPr lang="de-DE" dirty="0" err="1"/>
              <a:t>pt</a:t>
            </a:r>
            <a:r>
              <a:rPr lang="de-DE" dirty="0"/>
              <a:t> über zwei </a:t>
            </a:r>
            <a:r>
              <a:rPr lang="de-DE"/>
              <a:t>Zeilen </a:t>
            </a:r>
            <a:br>
              <a:rPr lang="de-DE"/>
            </a:br>
            <a:r>
              <a:rPr lang="de-DE"/>
              <a:t>für </a:t>
            </a:r>
            <a:r>
              <a:rPr lang="de-DE" dirty="0"/>
              <a:t>eine Inhaltsseite</a:t>
            </a:r>
          </a:p>
        </p:txBody>
      </p:sp>
      <p:sp>
        <p:nvSpPr>
          <p:cNvPr id="9" name="Textplatzhalter 4"/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418276" y="161180"/>
            <a:ext cx="7416600" cy="228594"/>
          </a:xfrm>
        </p:spPr>
        <p:txBody>
          <a:bodyPr>
            <a:noAutofit/>
          </a:bodyPr>
          <a:lstStyle>
            <a:lvl1pPr marL="0" indent="0">
              <a:buFont typeface="Arial" pitchFamily="34" charset="0"/>
              <a:buNone/>
              <a:defRPr sz="1269"/>
            </a:lvl1pPr>
            <a:lvl2pPr marL="0" indent="0">
              <a:buNone/>
              <a:defRPr sz="1587"/>
            </a:lvl2pPr>
            <a:lvl3pPr marL="0" indent="0">
              <a:buNone/>
              <a:defRPr sz="1587"/>
            </a:lvl3pPr>
            <a:lvl4pPr marL="0" indent="0">
              <a:buNone/>
              <a:defRPr sz="1587"/>
            </a:lvl4pPr>
            <a:lvl5pPr marL="0" indent="0">
              <a:buNone/>
              <a:defRPr sz="1587"/>
            </a:lvl5pPr>
            <a:lvl6pPr marL="0" indent="0">
              <a:buNone/>
              <a:defRPr sz="1587"/>
            </a:lvl6pPr>
            <a:lvl7pPr marL="0" indent="0">
              <a:buNone/>
              <a:defRPr sz="1587"/>
            </a:lvl7pPr>
            <a:lvl8pPr marL="0" indent="0">
              <a:buNone/>
              <a:defRPr sz="1587"/>
            </a:lvl8pPr>
            <a:lvl9pPr marL="0" indent="0">
              <a:buNone/>
              <a:defRPr sz="1587"/>
            </a:lvl9pPr>
          </a:lstStyle>
          <a:p>
            <a:pPr lvl="0"/>
            <a:r>
              <a:rPr lang="de-DE" dirty="0"/>
              <a:t>Optionale Kapitelüberschrift</a:t>
            </a:r>
          </a:p>
        </p:txBody>
      </p:sp>
      <p:sp>
        <p:nvSpPr>
          <p:cNvPr id="11" name="Textplatzhalter 5"/>
          <p:cNvSpPr>
            <a:spLocks noGrp="1"/>
          </p:cNvSpPr>
          <p:nvPr>
            <p:ph type="body" sz="quarter" idx="22" hasCustomPrompt="1"/>
          </p:nvPr>
        </p:nvSpPr>
        <p:spPr>
          <a:xfrm>
            <a:off x="9785270" y="76198"/>
            <a:ext cx="1988461" cy="323841"/>
          </a:xfrm>
          <a:noFill/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itchFamily="34" charset="0"/>
              <a:buNone/>
              <a:defRPr sz="635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35">
                <a:solidFill>
                  <a:schemeClr val="bg1"/>
                </a:solidFill>
              </a:defRPr>
            </a:lvl2pPr>
            <a:lvl3pPr marL="190417" indent="0">
              <a:lnSpc>
                <a:spcPct val="100000"/>
              </a:lnSpc>
              <a:spcAft>
                <a:spcPts val="0"/>
              </a:spcAft>
              <a:buNone/>
              <a:defRPr sz="635">
                <a:solidFill>
                  <a:schemeClr val="bg1"/>
                </a:solidFill>
              </a:defRPr>
            </a:lvl3pPr>
            <a:lvl4pPr marL="190417" indent="0">
              <a:lnSpc>
                <a:spcPct val="100000"/>
              </a:lnSpc>
              <a:spcAft>
                <a:spcPts val="0"/>
              </a:spcAft>
              <a:buNone/>
              <a:defRPr sz="635">
                <a:solidFill>
                  <a:schemeClr val="bg1"/>
                </a:solidFill>
              </a:defRPr>
            </a:lvl4pPr>
            <a:lvl5pPr marL="190417" indent="0">
              <a:lnSpc>
                <a:spcPct val="100000"/>
              </a:lnSpc>
              <a:spcAft>
                <a:spcPts val="0"/>
              </a:spcAft>
              <a:buNone/>
              <a:defRPr sz="635">
                <a:solidFill>
                  <a:schemeClr val="bg1"/>
                </a:solidFill>
              </a:defRPr>
            </a:lvl5pPr>
            <a:lvl6pPr marL="190417" indent="0">
              <a:lnSpc>
                <a:spcPct val="100000"/>
              </a:lnSpc>
              <a:spcAft>
                <a:spcPts val="0"/>
              </a:spcAft>
              <a:buNone/>
              <a:defRPr sz="635">
                <a:solidFill>
                  <a:schemeClr val="bg1"/>
                </a:solidFill>
              </a:defRPr>
            </a:lvl6pPr>
            <a:lvl7pPr marL="190417" indent="0">
              <a:lnSpc>
                <a:spcPct val="100000"/>
              </a:lnSpc>
              <a:spcAft>
                <a:spcPts val="0"/>
              </a:spcAft>
              <a:buNone/>
              <a:defRPr sz="635">
                <a:solidFill>
                  <a:schemeClr val="bg1"/>
                </a:solidFill>
              </a:defRPr>
            </a:lvl7pPr>
            <a:lvl8pPr marL="190417" indent="0">
              <a:lnSpc>
                <a:spcPct val="100000"/>
              </a:lnSpc>
              <a:spcAft>
                <a:spcPts val="0"/>
              </a:spcAft>
              <a:buNone/>
              <a:defRPr sz="635">
                <a:solidFill>
                  <a:schemeClr val="bg1"/>
                </a:solidFill>
              </a:defRPr>
            </a:lvl8pPr>
            <a:lvl9pPr marL="190417" indent="0">
              <a:lnSpc>
                <a:spcPct val="100000"/>
              </a:lnSpc>
              <a:spcAft>
                <a:spcPts val="0"/>
              </a:spcAft>
              <a:buNone/>
              <a:defRPr sz="635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EC577AF1-59F3-54D4-53C4-F7A7C28617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41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1944675950"/>
              </p:ext>
            </p:extLst>
          </p:nvPr>
        </p:nvGraphicFramePr>
        <p:xfrm>
          <a:off x="1587" y="1587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395" imgH="394" progId="TCLayout.ActiveDocument.1">
                  <p:embed/>
                </p:oleObj>
              </mc:Choice>
              <mc:Fallback>
                <p:oleObj name="think-cell Slide" r:id="rId27" imgW="395" imgH="394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7" y="1587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Footerline"/>
          <p:cNvCxnSpPr/>
          <p:nvPr/>
        </p:nvCxnSpPr>
        <p:spPr bwMode="auto">
          <a:xfrm>
            <a:off x="518905" y="6503366"/>
            <a:ext cx="11154191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2261" y="6552002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Team Workshop März 2023 | TT/XZS | 02-03.03.2023 </a:t>
            </a:r>
            <a:endParaRPr lang="en-US" dirty="0"/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349096" y="6552002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de-DE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de-DE" dirty="0"/>
          </a:p>
        </p:txBody>
      </p:sp>
      <p:sp>
        <p:nvSpPr>
          <p:cNvPr id="12" name="Titelplatzhalter 11"/>
          <p:cNvSpPr>
            <a:spLocks noGrp="1"/>
          </p:cNvSpPr>
          <p:nvPr>
            <p:ph type="title"/>
          </p:nvPr>
        </p:nvSpPr>
        <p:spPr>
          <a:xfrm>
            <a:off x="518905" y="367510"/>
            <a:ext cx="11154191" cy="10091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 noProof="0" dirty="0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30225EF0-95AE-1445-9091-215705311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905" y="1449053"/>
            <a:ext cx="11154191" cy="49148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4743B201-ABC5-B340-99A6-2AE6FBC86FF9}"/>
              </a:ext>
            </a:extLst>
          </p:cNvPr>
          <p:cNvSpPr txBox="1">
            <a:spLocks/>
          </p:cNvSpPr>
          <p:nvPr userDrawn="1"/>
        </p:nvSpPr>
        <p:spPr>
          <a:xfrm>
            <a:off x="509280" y="6550484"/>
            <a:ext cx="169111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de-DE"/>
            </a:defPPr>
            <a:lvl1pPr marL="0" algn="r" defTabSz="1088959" rtl="0" eaLnBrk="1" latinLnBrk="0" hangingPunct="1">
              <a:defRPr lang="de-DE" sz="1000" b="0" i="0" kern="1200" smtClean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defRPr>
            </a:lvl1pPr>
            <a:lvl2pPr marL="54447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95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43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791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9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87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135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83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54">
              <a:lnSpc>
                <a:spcPct val="108000"/>
              </a:lnSpc>
              <a:spcAft>
                <a:spcPts val="1007"/>
              </a:spcAft>
              <a:buFont typeface="+mj-lt"/>
              <a:buNone/>
            </a:pPr>
            <a:r>
              <a:rPr lang="de-DE" sz="999" b="0" i="0" kern="1200" dirty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rPr>
              <a:t>Daimler Truck</a:t>
            </a:r>
          </a:p>
        </p:txBody>
      </p:sp>
      <p:pic>
        <p:nvPicPr>
          <p:cNvPr id="10" name="Inhaltsplatzhalter 5"/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4173" y="215457"/>
            <a:ext cx="505406" cy="14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911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</p:sldLayoutIdLst>
  <p:hf hdr="0" dt="0"/>
  <p:txStyles>
    <p:titleStyle>
      <a:lvl1pPr algn="l" defTabSz="914217" rtl="0" eaLnBrk="1" latinLnBrk="0" hangingPunct="1">
        <a:spcBef>
          <a:spcPct val="0"/>
        </a:spcBef>
        <a:buNone/>
        <a:defRPr lang="de-DE" sz="2999" b="0" i="0" kern="1200" baseline="0" noProof="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217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Wingdings" panose="05000000000000000000" pitchFamily="2" charset="2"/>
        <a:buNone/>
        <a:defRPr lang="de-DE" sz="2000" b="0" i="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41829" indent="-341829" algn="l" defTabSz="914217" rtl="0" eaLnBrk="1" latinLnBrk="0" hangingPunct="1">
        <a:lnSpc>
          <a:spcPct val="120000"/>
        </a:lnSpc>
        <a:spcBef>
          <a:spcPts val="0"/>
        </a:spcBef>
        <a:buSzPct val="120000"/>
        <a:buFont typeface="Wingdings" panose="05000000000000000000" pitchFamily="2" charset="2"/>
        <a:buChar char="§"/>
        <a:defRPr lang="de-DE" sz="20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39730" indent="-197901" algn="l" defTabSz="914217" rtl="0" eaLnBrk="1" latinLnBrk="0" hangingPunct="1">
        <a:lnSpc>
          <a:spcPct val="120000"/>
        </a:lnSpc>
        <a:spcBef>
          <a:spcPts val="0"/>
        </a:spcBef>
        <a:buFont typeface="Symbol" panose="05050102010706020507" pitchFamily="18" charset="2"/>
        <a:buChar char="-"/>
        <a:defRPr lang="de-DE" sz="1599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37631" indent="-197901" algn="l" defTabSz="914217" rtl="0" eaLnBrk="1" latinLnBrk="0" hangingPunct="1">
        <a:lnSpc>
          <a:spcPct val="120000"/>
        </a:lnSpc>
        <a:spcBef>
          <a:spcPts val="0"/>
        </a:spcBef>
        <a:buFont typeface="Symbol" panose="05050102010706020507" pitchFamily="18" charset="2"/>
        <a:buChar char="-"/>
        <a:defRPr lang="de-DE" sz="1599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737631" indent="-197901" algn="l" defTabSz="914217" rtl="0" eaLnBrk="1" latinLnBrk="0" hangingPunct="1">
        <a:lnSpc>
          <a:spcPct val="120000"/>
        </a:lnSpc>
        <a:spcBef>
          <a:spcPts val="0"/>
        </a:spcBef>
        <a:buFont typeface="Symbol" panose="05050102010706020507" pitchFamily="18" charset="2"/>
        <a:buChar char="-"/>
        <a:defRPr lang="de-DE" sz="1599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899550" indent="-179910" algn="l" defTabSz="914217" rtl="0" eaLnBrk="1" latinLnBrk="0" hangingPunct="1">
        <a:lnSpc>
          <a:spcPct val="120000"/>
        </a:lnSpc>
        <a:spcBef>
          <a:spcPts val="0"/>
        </a:spcBef>
        <a:buFont typeface="Symbol" panose="05050102010706020507" pitchFamily="18" charset="2"/>
        <a:buChar char="-"/>
        <a:defRPr sz="1599" kern="1200">
          <a:solidFill>
            <a:schemeClr val="tx1"/>
          </a:solidFill>
          <a:latin typeface="+mn-lt"/>
          <a:ea typeface="+mn-ea"/>
          <a:cs typeface="+mn-cs"/>
        </a:defRPr>
      </a:lvl6pPr>
      <a:lvl7pPr marL="718778" indent="-179298" algn="l" defTabSz="914217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–"/>
        <a:defRPr sz="1599" kern="1200">
          <a:solidFill>
            <a:schemeClr val="tx1"/>
          </a:solidFill>
          <a:latin typeface="Daimler CS" pitchFamily="2" charset="0"/>
          <a:ea typeface="+mn-ea"/>
          <a:cs typeface="+mn-cs"/>
        </a:defRPr>
      </a:lvl7pPr>
      <a:lvl8pPr marL="719856" indent="-179964" algn="l" defTabSz="914217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–"/>
        <a:defRPr sz="1599" kern="1200">
          <a:solidFill>
            <a:schemeClr val="tx1"/>
          </a:solidFill>
          <a:latin typeface="Daimler CS" pitchFamily="2" charset="0"/>
          <a:ea typeface="+mn-ea"/>
          <a:cs typeface="+mn-cs"/>
        </a:defRPr>
      </a:lvl8pPr>
      <a:lvl9pPr marL="719856" indent="-179964" algn="l" defTabSz="914217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–"/>
        <a:defRPr sz="1599" kern="1200">
          <a:solidFill>
            <a:schemeClr val="tx1"/>
          </a:solidFill>
          <a:latin typeface="Daimler CS" pitchFamily="2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5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5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7">
          <p15:clr>
            <a:srgbClr val="F26B43"/>
          </p15:clr>
        </p15:guide>
        <p15:guide id="2" pos="3729">
          <p15:clr>
            <a:srgbClr val="F26B43"/>
          </p15:clr>
        </p15:guide>
        <p15:guide id="3" pos="3956">
          <p15:clr>
            <a:srgbClr val="F26B43"/>
          </p15:clr>
        </p15:guide>
        <p15:guide id="4" pos="4182">
          <p15:clr>
            <a:srgbClr val="F26B43"/>
          </p15:clr>
        </p15:guide>
        <p15:guide id="5" pos="4410">
          <p15:clr>
            <a:srgbClr val="F26B43"/>
          </p15:clr>
        </p15:guide>
        <p15:guide id="6" pos="4635">
          <p15:clr>
            <a:srgbClr val="F26B43"/>
          </p15:clr>
        </p15:guide>
        <p15:guide id="7" pos="4862">
          <p15:clr>
            <a:srgbClr val="F26B43"/>
          </p15:clr>
        </p15:guide>
        <p15:guide id="8" pos="5089">
          <p15:clr>
            <a:srgbClr val="F26B43"/>
          </p15:clr>
        </p15:guide>
        <p15:guide id="9" pos="5316">
          <p15:clr>
            <a:srgbClr val="F26B43"/>
          </p15:clr>
        </p15:guide>
        <p15:guide id="10" pos="5543">
          <p15:clr>
            <a:srgbClr val="F26B43"/>
          </p15:clr>
        </p15:guide>
        <p15:guide id="11" pos="5770">
          <p15:clr>
            <a:srgbClr val="F26B43"/>
          </p15:clr>
        </p15:guide>
        <p15:guide id="12" pos="5996">
          <p15:clr>
            <a:srgbClr val="F26B43"/>
          </p15:clr>
        </p15:guide>
        <p15:guide id="13" pos="6223">
          <p15:clr>
            <a:srgbClr val="F26B43"/>
          </p15:clr>
        </p15:guide>
        <p15:guide id="14" pos="6451">
          <p15:clr>
            <a:srgbClr val="F26B43"/>
          </p15:clr>
        </p15:guide>
        <p15:guide id="15" pos="6677">
          <p15:clr>
            <a:srgbClr val="F26B43"/>
          </p15:clr>
        </p15:guide>
        <p15:guide id="16" pos="6904">
          <p15:clr>
            <a:srgbClr val="F26B43"/>
          </p15:clr>
        </p15:guide>
        <p15:guide id="17" pos="7130">
          <p15:clr>
            <a:srgbClr val="F26B43"/>
          </p15:clr>
        </p15:guide>
        <p15:guide id="18" pos="7358">
          <p15:clr>
            <a:srgbClr val="F26B43"/>
          </p15:clr>
        </p15:guide>
        <p15:guide id="19" pos="7585">
          <p15:clr>
            <a:srgbClr val="F26B43"/>
          </p15:clr>
        </p15:guide>
        <p15:guide id="20" pos="781">
          <p15:clr>
            <a:srgbClr val="F26B43"/>
          </p15:clr>
        </p15:guide>
        <p15:guide id="21" pos="1008">
          <p15:clr>
            <a:srgbClr val="F26B43"/>
          </p15:clr>
        </p15:guide>
        <p15:guide id="22" pos="1234">
          <p15:clr>
            <a:srgbClr val="F26B43"/>
          </p15:clr>
        </p15:guide>
        <p15:guide id="23" pos="1461">
          <p15:clr>
            <a:srgbClr val="F26B43"/>
          </p15:clr>
        </p15:guide>
        <p15:guide id="24" pos="1687">
          <p15:clr>
            <a:srgbClr val="F26B43"/>
          </p15:clr>
        </p15:guide>
        <p15:guide id="25" pos="1915">
          <p15:clr>
            <a:srgbClr val="F26B43"/>
          </p15:clr>
        </p15:guide>
        <p15:guide id="26" pos="2140">
          <p15:clr>
            <a:srgbClr val="F26B43"/>
          </p15:clr>
        </p15:guide>
        <p15:guide id="27" pos="2368">
          <p15:clr>
            <a:srgbClr val="F26B43"/>
          </p15:clr>
        </p15:guide>
        <p15:guide id="28" pos="2594">
          <p15:clr>
            <a:srgbClr val="F26B43"/>
          </p15:clr>
        </p15:guide>
        <p15:guide id="29" pos="2822">
          <p15:clr>
            <a:srgbClr val="F26B43"/>
          </p15:clr>
        </p15:guide>
        <p15:guide id="30" pos="3049">
          <p15:clr>
            <a:srgbClr val="F26B43"/>
          </p15:clr>
        </p15:guide>
        <p15:guide id="31" pos="3274">
          <p15:clr>
            <a:srgbClr val="F26B43"/>
          </p15:clr>
        </p15:guide>
        <p15:guide id="32" pos="3502">
          <p15:clr>
            <a:srgbClr val="F26B43"/>
          </p15:clr>
        </p15:guide>
        <p15:guide id="33" pos="554">
          <p15:clr>
            <a:srgbClr val="F26B43"/>
          </p15:clr>
        </p15:guide>
        <p15:guide id="34" pos="326">
          <p15:clr>
            <a:srgbClr val="F26B43"/>
          </p15:clr>
        </p15:guide>
        <p15:guide id="35" pos="100">
          <p15:clr>
            <a:srgbClr val="F26B43"/>
          </p15:clr>
        </p15:guide>
        <p15:guide id="36" orient="horz" pos="2273">
          <p15:clr>
            <a:srgbClr val="F26B43"/>
          </p15:clr>
        </p15:guide>
        <p15:guide id="37" orient="horz" pos="2500">
          <p15:clr>
            <a:srgbClr val="F26B43"/>
          </p15:clr>
        </p15:guide>
        <p15:guide id="38" orient="horz" pos="2728">
          <p15:clr>
            <a:srgbClr val="F26B43"/>
          </p15:clr>
        </p15:guide>
        <p15:guide id="39" orient="horz" pos="2954">
          <p15:clr>
            <a:srgbClr val="F26B43"/>
          </p15:clr>
        </p15:guide>
        <p15:guide id="40" orient="horz" pos="3181">
          <p15:clr>
            <a:srgbClr val="F26B43"/>
          </p15:clr>
        </p15:guide>
        <p15:guide id="41" orient="horz" pos="3407">
          <p15:clr>
            <a:srgbClr val="F26B43"/>
          </p15:clr>
        </p15:guide>
        <p15:guide id="42" orient="horz" pos="3635">
          <p15:clr>
            <a:srgbClr val="F26B43"/>
          </p15:clr>
        </p15:guide>
        <p15:guide id="43" orient="horz" pos="3862">
          <p15:clr>
            <a:srgbClr val="F26B43"/>
          </p15:clr>
        </p15:guide>
        <p15:guide id="44" orient="horz" pos="4087">
          <p15:clr>
            <a:srgbClr val="F26B43"/>
          </p15:clr>
        </p15:guide>
        <p15:guide id="45" orient="horz" pos="4321">
          <p15:clr>
            <a:srgbClr val="F26B43"/>
          </p15:clr>
        </p15:guide>
        <p15:guide id="46" orient="horz" pos="1820">
          <p15:clr>
            <a:srgbClr val="F26B43"/>
          </p15:clr>
        </p15:guide>
        <p15:guide id="47" orient="horz" pos="1585">
          <p15:clr>
            <a:srgbClr val="F26B43"/>
          </p15:clr>
        </p15:guide>
        <p15:guide id="48" orient="horz" pos="1366">
          <p15:clr>
            <a:srgbClr val="F26B43"/>
          </p15:clr>
        </p15:guide>
        <p15:guide id="49" orient="horz" pos="1139">
          <p15:clr>
            <a:srgbClr val="F26B43"/>
          </p15:clr>
        </p15:guide>
        <p15:guide id="50" orient="horz" pos="913">
          <p15:clr>
            <a:srgbClr val="F26B43"/>
          </p15:clr>
        </p15:guide>
        <p15:guide id="51" orient="horz" pos="686">
          <p15:clr>
            <a:srgbClr val="F26B43"/>
          </p15:clr>
        </p15:guide>
        <p15:guide id="52" orient="horz" pos="232">
          <p15:clr>
            <a:srgbClr val="F26B43"/>
          </p15:clr>
        </p15:guide>
        <p15:guide id="53" orient="horz">
          <p15:clr>
            <a:srgbClr val="F26B43"/>
          </p15:clr>
        </p15:guide>
        <p15:guide id="54" orient="horz" pos="4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ED56A00-1352-02C8-3958-B5FC772578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260721"/>
              </p:ext>
            </p:extLst>
          </p:nvPr>
        </p:nvGraphicFramePr>
        <p:xfrm>
          <a:off x="1587" y="257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D56A00-1352-02C8-3958-B5FC772578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7" y="257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8DE9A3A-0337-6B96-C73C-99F62835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XXX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513EF-A71A-2B6A-8784-120F42E05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914454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00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imler CS"/>
                <a:ea typeface="+mn-ea"/>
                <a:cs typeface="+mn-cs"/>
              </a:rPr>
              <a:t>Benchmarking| TT</a:t>
            </a:r>
            <a:r>
              <a:rPr lang="en-US" dirty="0">
                <a:solidFill>
                  <a:prstClr val="black"/>
                </a:solidFill>
                <a:latin typeface="Daimler CS"/>
              </a:rPr>
              <a:t>/XCI</a:t>
            </a:r>
            <a:endParaRPr kumimoji="0" lang="de-DE" sz="9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aimler CS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8E8D7-547A-6DBA-192F-98ACEC78F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54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007"/>
              </a:spcAft>
              <a:buClrTx/>
              <a:buSzTx/>
              <a:buFontTx/>
              <a:buNone/>
              <a:tabLst/>
              <a:defRPr/>
            </a:pPr>
            <a:fld id="{52531704-8F80-415D-BD2B-6B9991AE822F}" type="slidenum">
              <a:rPr kumimoji="0" lang="de-DE" sz="999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imler CS"/>
                <a:ea typeface="+mn-ea"/>
                <a:cs typeface="+mn-cs"/>
              </a:rPr>
              <a:pPr marL="0" marR="0" lvl="0" indent="0" algn="r" defTabSz="914454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1007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9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aimler CS"/>
              <a:ea typeface="+mn-ea"/>
              <a:cs typeface="+mn-cs"/>
            </a:endParaRPr>
          </a:p>
        </p:txBody>
      </p:sp>
      <p:graphicFrame>
        <p:nvGraphicFramePr>
          <p:cNvPr id="7" name="Tabelle 23">
            <a:extLst>
              <a:ext uri="{FF2B5EF4-FFF2-40B4-BE49-F238E27FC236}">
                <a16:creationId xmlns:a16="http://schemas.microsoft.com/office/drawing/2014/main" id="{32A9AC96-225F-8DBC-45DF-996DE1F39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047166"/>
              </p:ext>
            </p:extLst>
          </p:nvPr>
        </p:nvGraphicFramePr>
        <p:xfrm>
          <a:off x="531989" y="868642"/>
          <a:ext cx="3009390" cy="1487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79">
                  <a:extLst>
                    <a:ext uri="{9D8B030D-6E8A-4147-A177-3AD203B41FA5}">
                      <a16:colId xmlns:a16="http://schemas.microsoft.com/office/drawing/2014/main" val="405574789"/>
                    </a:ext>
                  </a:extLst>
                </a:gridCol>
                <a:gridCol w="2415511">
                  <a:extLst>
                    <a:ext uri="{9D8B030D-6E8A-4147-A177-3AD203B41FA5}">
                      <a16:colId xmlns:a16="http://schemas.microsoft.com/office/drawing/2014/main" val="686825205"/>
                    </a:ext>
                  </a:extLst>
                </a:gridCol>
              </a:tblGrid>
              <a:tr h="274166">
                <a:tc gridSpan="2">
                  <a:txBody>
                    <a:bodyPr/>
                    <a:lstStyle>
                      <a:lvl1pPr marL="0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1pPr>
                      <a:lvl2pPr marL="457337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2pPr>
                      <a:lvl3pPr marL="914674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3pPr>
                      <a:lvl4pPr marL="1372011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4pPr>
                      <a:lvl5pPr marL="1829349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5pPr>
                      <a:lvl6pPr marL="2286686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6pPr>
                      <a:lvl7pPr marL="2744023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7pPr>
                      <a:lvl8pPr marL="3201360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8pPr>
                      <a:lvl9pPr marL="3658697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9pPr>
                    </a:lstStyle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Company Information</a:t>
                      </a:r>
                    </a:p>
                  </a:txBody>
                  <a:tcPr marL="91338" marR="91338" marT="45670" marB="45670">
                    <a:solidFill>
                      <a:srgbClr val="6C228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91386" marR="91386" marT="45694" marB="45694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A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240029"/>
                  </a:ext>
                </a:extLst>
              </a:tr>
              <a:tr h="254746">
                <a:tc>
                  <a:txBody>
                    <a:bodyPr/>
                    <a:lstStyle>
                      <a:lvl1pPr marL="0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1pPr>
                      <a:lvl2pPr marL="457337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2pPr>
                      <a:lvl3pPr marL="914674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3pPr>
                      <a:lvl4pPr marL="1372011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4pPr>
                      <a:lvl5pPr marL="1829349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5pPr>
                      <a:lvl6pPr marL="2286686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6pPr>
                      <a:lvl7pPr marL="2744023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7pPr>
                      <a:lvl8pPr marL="3201360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8pPr>
                      <a:lvl9pPr marL="3658697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9pPr>
                    </a:lstStyle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Country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solidFill>
                      <a:srgbClr val="6C2281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solidFill>
                      <a:srgbClr val="6C2281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879426"/>
                  </a:ext>
                </a:extLst>
              </a:tr>
              <a:tr h="254746"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Address</a:t>
                      </a:r>
                    </a:p>
                  </a:txBody>
                  <a:tcPr marL="35959" marR="35959" marT="35959" marB="35959">
                    <a:solidFill>
                      <a:srgbClr val="6C2281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solidFill>
                      <a:srgbClr val="6C2281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095184"/>
                  </a:ext>
                </a:extLst>
              </a:tr>
              <a:tr h="254746"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Website</a:t>
                      </a:r>
                    </a:p>
                  </a:txBody>
                  <a:tcPr marL="35959" marR="35959" marT="35959" marB="35959">
                    <a:solidFill>
                      <a:srgbClr val="6C2281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59" marR="35959" marT="35959" marB="35959">
                    <a:solidFill>
                      <a:srgbClr val="6C2281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958865"/>
                  </a:ext>
                </a:extLst>
              </a:tr>
              <a:tr h="224239"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Booth</a:t>
                      </a:r>
                    </a:p>
                  </a:txBody>
                  <a:tcPr marL="35959" marR="35959" marT="35959" marB="35959">
                    <a:solidFill>
                      <a:srgbClr val="6C2281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solidFill>
                      <a:srgbClr val="6C2281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861717"/>
                  </a:ext>
                </a:extLst>
              </a:tr>
              <a:tr h="224239"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 marL="35959" marR="35959" marT="35959" marB="35959">
                    <a:solidFill>
                      <a:srgbClr val="6C2281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solidFill>
                      <a:srgbClr val="6C2281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801996"/>
                  </a:ext>
                </a:extLst>
              </a:tr>
            </a:tbl>
          </a:graphicData>
        </a:graphic>
      </p:graphicFrame>
      <p:graphicFrame>
        <p:nvGraphicFramePr>
          <p:cNvPr id="8" name="Tabelle 23">
            <a:extLst>
              <a:ext uri="{FF2B5EF4-FFF2-40B4-BE49-F238E27FC236}">
                <a16:creationId xmlns:a16="http://schemas.microsoft.com/office/drawing/2014/main" id="{6332E146-5676-54CF-5734-E0A9897B5CC0}"/>
              </a:ext>
            </a:extLst>
          </p:cNvPr>
          <p:cNvGraphicFramePr>
            <a:graphicFrameLocks noGrp="1"/>
          </p:cNvGraphicFramePr>
          <p:nvPr/>
        </p:nvGraphicFramePr>
        <p:xfrm>
          <a:off x="531990" y="2765893"/>
          <a:ext cx="4124601" cy="36349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4867">
                  <a:extLst>
                    <a:ext uri="{9D8B030D-6E8A-4147-A177-3AD203B41FA5}">
                      <a16:colId xmlns:a16="http://schemas.microsoft.com/office/drawing/2014/main" val="405574789"/>
                    </a:ext>
                  </a:extLst>
                </a:gridCol>
                <a:gridCol w="1374867">
                  <a:extLst>
                    <a:ext uri="{9D8B030D-6E8A-4147-A177-3AD203B41FA5}">
                      <a16:colId xmlns:a16="http://schemas.microsoft.com/office/drawing/2014/main" val="3655504627"/>
                    </a:ext>
                  </a:extLst>
                </a:gridCol>
                <a:gridCol w="1374867">
                  <a:extLst>
                    <a:ext uri="{9D8B030D-6E8A-4147-A177-3AD203B41FA5}">
                      <a16:colId xmlns:a16="http://schemas.microsoft.com/office/drawing/2014/main" val="4080528592"/>
                    </a:ext>
                  </a:extLst>
                </a:gridCol>
              </a:tblGrid>
              <a:tr h="278937">
                <a:tc>
                  <a:txBody>
                    <a:bodyPr/>
                    <a:lstStyle>
                      <a:lvl1pPr marL="0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1pPr>
                      <a:lvl2pPr marL="457337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2pPr>
                      <a:lvl3pPr marL="914674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3pPr>
                      <a:lvl4pPr marL="1372011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4pPr>
                      <a:lvl5pPr marL="1829349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5pPr>
                      <a:lvl6pPr marL="2286686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6pPr>
                      <a:lvl7pPr marL="2744023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7pPr>
                      <a:lvl8pPr marL="3201360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8pPr>
                      <a:lvl9pPr marL="3658697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9pPr>
                    </a:lstStyle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91338" marR="91338" marT="45670" marB="456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D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XXX</a:t>
                      </a:r>
                    </a:p>
                  </a:txBody>
                  <a:tcPr marL="91338" marR="91338" marT="45670" marB="456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D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XXX</a:t>
                      </a:r>
                    </a:p>
                  </a:txBody>
                  <a:tcPr marL="91338" marR="91338" marT="45670" marB="456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D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240029"/>
                  </a:ext>
                </a:extLst>
              </a:tr>
              <a:tr h="228177"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Wheel Formula </a:t>
                      </a: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92051835"/>
                  </a:ext>
                </a:extLst>
              </a:tr>
              <a:tr h="228177"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Wheelbase</a:t>
                      </a: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5879426"/>
                  </a:ext>
                </a:extLst>
              </a:tr>
              <a:tr h="228177">
                <a:tc>
                  <a:txBody>
                    <a:bodyPr/>
                    <a:lstStyle>
                      <a:lvl1pPr marL="0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1pPr>
                      <a:lvl2pPr marL="457337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2pPr>
                      <a:lvl3pPr marL="914674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3pPr>
                      <a:lvl4pPr marL="1372011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4pPr>
                      <a:lvl5pPr marL="1829349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5pPr>
                      <a:lvl6pPr marL="2286686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6pPr>
                      <a:lvl7pPr marL="2744023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7pPr>
                      <a:lvl8pPr marL="3201360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8pPr>
                      <a:lvl9pPr marL="3658697" algn="l" defTabSz="914674" rtl="0" eaLnBrk="1" latinLnBrk="0" hangingPunct="1">
                        <a:defRPr sz="1801" kern="1200">
                          <a:solidFill>
                            <a:schemeClr val="tx1"/>
                          </a:solidFill>
                          <a:latin typeface="CorpoS"/>
                        </a:defRPr>
                      </a:lvl9pPr>
                    </a:lstStyle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GVW/GCW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9095184"/>
                  </a:ext>
                </a:extLst>
              </a:tr>
              <a:tr h="228177"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0999720"/>
                  </a:ext>
                </a:extLst>
              </a:tr>
              <a:tr h="228177"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Battery</a:t>
                      </a: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8840896"/>
                  </a:ext>
                </a:extLst>
              </a:tr>
              <a:tr h="358067"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Fuel Cell</a:t>
                      </a: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635901"/>
                  </a:ext>
                </a:extLst>
              </a:tr>
              <a:tr h="358067"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H2-Tank</a:t>
                      </a: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9882170"/>
                  </a:ext>
                </a:extLst>
              </a:tr>
              <a:tr h="228177"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Charging</a:t>
                      </a: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6799853"/>
                  </a:ext>
                </a:extLst>
              </a:tr>
              <a:tr h="228177"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Performance</a:t>
                      </a: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9738483"/>
                  </a:ext>
                </a:extLst>
              </a:tr>
              <a:tr h="228177"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Powertrain</a:t>
                      </a: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748051"/>
                  </a:ext>
                </a:extLst>
              </a:tr>
              <a:tr h="228177"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solidFill>
                            <a:schemeClr val="tx1"/>
                          </a:solidFill>
                        </a:rPr>
                        <a:t>SoP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39740700"/>
                  </a:ext>
                </a:extLst>
              </a:tr>
              <a:tr h="228177"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Markets</a:t>
                      </a: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5136140"/>
                  </a:ext>
                </a:extLst>
              </a:tr>
              <a:tr h="358067">
                <a:tc>
                  <a:txBody>
                    <a:bodyPr/>
                    <a:lstStyle/>
                    <a:p>
                      <a:pPr marL="0" marR="0" lvl="0" indent="0" algn="l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Application</a:t>
                      </a: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9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5959" marR="35959" marT="35959" marB="359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4175397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60D9E494-7397-03EC-5B15-430D46FD3BDE}"/>
              </a:ext>
            </a:extLst>
          </p:cNvPr>
          <p:cNvSpPr/>
          <p:nvPr/>
        </p:nvSpPr>
        <p:spPr>
          <a:xfrm>
            <a:off x="3619502" y="868643"/>
            <a:ext cx="4995468" cy="269077"/>
          </a:xfrm>
          <a:prstGeom prst="rect">
            <a:avLst/>
          </a:prstGeom>
          <a:solidFill>
            <a:srgbClr val="6C2281"/>
          </a:solidFill>
          <a:ln w="12700">
            <a:solidFill>
              <a:srgbClr val="6C22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63" tIns="71963" rIns="71963" bIns="71963" rtlCol="0" anchor="ctr"/>
          <a:lstStyle/>
          <a:p>
            <a:pPr marL="0" marR="0" lvl="0" indent="0" algn="l" defTabSz="1088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poS"/>
                <a:ea typeface="+mn-ea"/>
                <a:cs typeface="+mn-cs"/>
              </a:rPr>
              <a:t>Expected Highlights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55337C-2FD3-B69C-F3DA-86D80D43FF13}"/>
              </a:ext>
            </a:extLst>
          </p:cNvPr>
          <p:cNvSpPr/>
          <p:nvPr/>
        </p:nvSpPr>
        <p:spPr>
          <a:xfrm>
            <a:off x="7535412" y="2459513"/>
            <a:ext cx="4124599" cy="269077"/>
          </a:xfrm>
          <a:prstGeom prst="rect">
            <a:avLst/>
          </a:prstGeom>
          <a:solidFill>
            <a:srgbClr val="6C2281"/>
          </a:solidFill>
          <a:ln w="12700">
            <a:solidFill>
              <a:srgbClr val="6C22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63" tIns="71963" rIns="71963" bIns="71963" rtlCol="0" anchor="ctr"/>
          <a:lstStyle/>
          <a:p>
            <a:pPr marL="0" marR="0" lvl="0" indent="0" algn="l" defTabSz="1088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poS"/>
                <a:ea typeface="+mn-ea"/>
                <a:cs typeface="+mn-cs"/>
              </a:rPr>
              <a:t>Pictures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C08D76-BB16-68B7-43CE-0804ADE3E262}"/>
              </a:ext>
            </a:extLst>
          </p:cNvPr>
          <p:cNvSpPr/>
          <p:nvPr/>
        </p:nvSpPr>
        <p:spPr>
          <a:xfrm>
            <a:off x="8693091" y="866677"/>
            <a:ext cx="2966921" cy="269077"/>
          </a:xfrm>
          <a:prstGeom prst="rect">
            <a:avLst/>
          </a:prstGeom>
          <a:solidFill>
            <a:srgbClr val="6C2281"/>
          </a:solidFill>
          <a:ln w="12700">
            <a:solidFill>
              <a:srgbClr val="6C22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63" tIns="71963" rIns="71963" bIns="71963" rtlCol="0" anchor="ctr"/>
          <a:lstStyle/>
          <a:p>
            <a:pPr marL="0" marR="0" lvl="0" indent="0" algn="l" defTabSz="1088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poS"/>
                <a:ea typeface="+mn-ea"/>
                <a:cs typeface="+mn-cs"/>
              </a:rPr>
              <a:t>Assessment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2846D3-CC3A-674E-6BF6-D368EAF982D1}"/>
              </a:ext>
            </a:extLst>
          </p:cNvPr>
          <p:cNvSpPr/>
          <p:nvPr/>
        </p:nvSpPr>
        <p:spPr>
          <a:xfrm>
            <a:off x="3619500" y="1165505"/>
            <a:ext cx="4995469" cy="119001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63" tIns="71963" rIns="71963" bIns="71963" rtlCol="0" anchor="ctr"/>
          <a:lstStyle/>
          <a:p>
            <a:pPr marL="0" marR="0" lvl="0" indent="0" algn="ctr" defTabSz="1088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99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aimler CS" pitchFamily="2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5302D7-5A58-127A-ECCC-5CE437EED218}"/>
              </a:ext>
            </a:extLst>
          </p:cNvPr>
          <p:cNvSpPr/>
          <p:nvPr/>
        </p:nvSpPr>
        <p:spPr>
          <a:xfrm>
            <a:off x="8693091" y="1163540"/>
            <a:ext cx="2966922" cy="119001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63" tIns="71963" rIns="71963" bIns="71963" rtlCol="0" anchor="ctr"/>
          <a:lstStyle/>
          <a:p>
            <a:pPr marL="0" marR="0" lvl="0" indent="0" algn="ctr" defTabSz="1088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99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aimler CS" pitchFamily="2" charset="0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B1AB7E-18E3-1570-2A65-064FE850E7DD}"/>
              </a:ext>
            </a:extLst>
          </p:cNvPr>
          <p:cNvSpPr/>
          <p:nvPr/>
        </p:nvSpPr>
        <p:spPr>
          <a:xfrm>
            <a:off x="4737100" y="5510062"/>
            <a:ext cx="2726340" cy="269077"/>
          </a:xfrm>
          <a:prstGeom prst="rect">
            <a:avLst/>
          </a:prstGeom>
          <a:solidFill>
            <a:srgbClr val="6C2281"/>
          </a:solidFill>
          <a:ln w="12700">
            <a:solidFill>
              <a:srgbClr val="6C22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63" tIns="71963" rIns="71963" bIns="71963" rtlCol="0" anchor="ctr"/>
          <a:lstStyle/>
          <a:p>
            <a:pPr marL="0" marR="0" lvl="0" indent="0" algn="l" defTabSz="1088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poS"/>
                <a:ea typeface="+mn-ea"/>
                <a:cs typeface="+mn-cs"/>
              </a:rPr>
              <a:t>Cooperations / Joint Ventures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C295BB-0733-67AB-F6D1-B9C41F02137F}"/>
              </a:ext>
            </a:extLst>
          </p:cNvPr>
          <p:cNvSpPr/>
          <p:nvPr/>
        </p:nvSpPr>
        <p:spPr>
          <a:xfrm>
            <a:off x="4737101" y="2459513"/>
            <a:ext cx="2726340" cy="269077"/>
          </a:xfrm>
          <a:prstGeom prst="rect">
            <a:avLst/>
          </a:prstGeom>
          <a:solidFill>
            <a:srgbClr val="6C2281"/>
          </a:solidFill>
          <a:ln w="12700">
            <a:solidFill>
              <a:srgbClr val="6C22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63" tIns="71963" rIns="71963" bIns="71963" rtlCol="0" anchor="ctr"/>
          <a:lstStyle/>
          <a:p>
            <a:pPr marL="0" marR="0" lvl="0" indent="0" algn="l" defTabSz="1088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poS"/>
                <a:ea typeface="+mn-ea"/>
                <a:cs typeface="+mn-cs"/>
              </a:rPr>
              <a:t>Technologies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BC1386-CDAA-C434-9522-EB07D41D11A1}"/>
              </a:ext>
            </a:extLst>
          </p:cNvPr>
          <p:cNvSpPr/>
          <p:nvPr/>
        </p:nvSpPr>
        <p:spPr>
          <a:xfrm>
            <a:off x="4737101" y="2756376"/>
            <a:ext cx="2726340" cy="268779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63" tIns="71963" rIns="71963" bIns="71963" rtlCol="0" anchor="ctr"/>
          <a:lstStyle/>
          <a:p>
            <a:pPr marL="0" marR="0" lvl="0" indent="0" algn="ctr" defTabSz="1088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99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aimler CS" pitchFamily="2" charset="0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EFE4EF-FB19-C6F0-07A0-BBF26FF08E38}"/>
              </a:ext>
            </a:extLst>
          </p:cNvPr>
          <p:cNvSpPr/>
          <p:nvPr/>
        </p:nvSpPr>
        <p:spPr>
          <a:xfrm>
            <a:off x="7535412" y="2756376"/>
            <a:ext cx="4124599" cy="36444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63" tIns="71963" rIns="71963" bIns="71963" rtlCol="0" anchor="ctr"/>
          <a:lstStyle/>
          <a:p>
            <a:pPr marL="0" marR="0" lvl="0" indent="0" algn="ctr" defTabSz="1088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99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aimler CS" pitchFamily="2" charset="0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82C05A-7193-69F1-9E95-FB64BEB6333F}"/>
              </a:ext>
            </a:extLst>
          </p:cNvPr>
          <p:cNvSpPr/>
          <p:nvPr/>
        </p:nvSpPr>
        <p:spPr>
          <a:xfrm>
            <a:off x="4737100" y="5834880"/>
            <a:ext cx="2726340" cy="56591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63" tIns="71963" rIns="71963" bIns="71963" rtlCol="0" anchor="ctr"/>
          <a:lstStyle/>
          <a:p>
            <a:pPr marL="0" marR="0" lvl="0" indent="0" algn="ctr" defTabSz="1088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99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aimler CS" pitchFamily="2" charset="0"/>
              <a:ea typeface="+mn-ea"/>
              <a:cs typeface="+mn-cs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7DDC69E-CA6A-A44A-D672-A52E6A46DF4D}"/>
              </a:ext>
            </a:extLst>
          </p:cNvPr>
          <p:cNvSpPr/>
          <p:nvPr/>
        </p:nvSpPr>
        <p:spPr>
          <a:xfrm>
            <a:off x="5223089" y="127857"/>
            <a:ext cx="1800000" cy="684000"/>
          </a:xfrm>
          <a:prstGeom prst="rect">
            <a:avLst/>
          </a:prstGeom>
          <a:noFill/>
          <a:ln w="19050">
            <a:solidFill>
              <a:srgbClr val="6C22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2000" err="1">
              <a:noFill/>
              <a:latin typeface="Daimler CS" pitchFamily="2" charset="0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507D3B9-F1E9-3B4D-E2C4-3E56B6E3EB09}"/>
              </a:ext>
            </a:extLst>
          </p:cNvPr>
          <p:cNvSpPr/>
          <p:nvPr/>
        </p:nvSpPr>
        <p:spPr>
          <a:xfrm>
            <a:off x="0" y="-14681"/>
            <a:ext cx="1800000" cy="324000"/>
          </a:xfrm>
          <a:prstGeom prst="rect">
            <a:avLst/>
          </a:prstGeom>
          <a:solidFill>
            <a:srgbClr val="6C22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r>
              <a:rPr lang="en-US" sz="1400" dirty="0">
                <a:latin typeface="Daimler CS" pitchFamily="2" charset="0"/>
              </a:rPr>
              <a:t>OEM</a:t>
            </a:r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E69C89FF-9293-5B1D-71C5-3ACA8E292DF3}"/>
              </a:ext>
            </a:extLst>
          </p:cNvPr>
          <p:cNvSpPr/>
          <p:nvPr/>
        </p:nvSpPr>
        <p:spPr>
          <a:xfrm>
            <a:off x="531989" y="2459513"/>
            <a:ext cx="4124601" cy="269077"/>
          </a:xfrm>
          <a:prstGeom prst="rect">
            <a:avLst/>
          </a:prstGeom>
          <a:solidFill>
            <a:srgbClr val="6C2281"/>
          </a:solidFill>
          <a:ln w="12700">
            <a:solidFill>
              <a:srgbClr val="6C22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63" tIns="71963" rIns="71963" bIns="71963" rtlCol="0" anchor="ctr"/>
          <a:lstStyle/>
          <a:p>
            <a:pPr marL="0" marR="0" lvl="0" indent="0" algn="l" defTabSz="1088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poS"/>
                <a:ea typeface="+mn-ea"/>
                <a:cs typeface="+mn-cs"/>
              </a:rPr>
              <a:t>Products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DD07313-8FC8-E801-F5AC-84B0E4CCE082}"/>
              </a:ext>
            </a:extLst>
          </p:cNvPr>
          <p:cNvSpPr txBox="1"/>
          <p:nvPr/>
        </p:nvSpPr>
        <p:spPr>
          <a:xfrm>
            <a:off x="3648775" y="1153439"/>
            <a:ext cx="4952338" cy="299295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>
                <a:latin typeface="Daimler CS" pitchFamily="2" charset="0"/>
              </a:rPr>
              <a:t>XXX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594787B-5CAC-6692-B647-C1C140641592}"/>
              </a:ext>
            </a:extLst>
          </p:cNvPr>
          <p:cNvSpPr txBox="1"/>
          <p:nvPr/>
        </p:nvSpPr>
        <p:spPr>
          <a:xfrm>
            <a:off x="4737100" y="2746231"/>
            <a:ext cx="2726340" cy="453183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Daimler CS" pitchFamily="2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noProof="0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45CF930-23DB-E2D0-116B-E1BF77E19A82}"/>
              </a:ext>
            </a:extLst>
          </p:cNvPr>
          <p:cNvSpPr txBox="1"/>
          <p:nvPr/>
        </p:nvSpPr>
        <p:spPr>
          <a:xfrm>
            <a:off x="8736221" y="1163540"/>
            <a:ext cx="2923789" cy="299295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Daimler CS" pitchFamily="2" charset="0"/>
              </a:rPr>
              <a:t>XXX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1569385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3FwScpqS6OJK57MASHIq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OJK8u7Ts6PCwnXVWGNO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aimler Truck">
  <a:themeElements>
    <a:clrScheme name="© Daimler2">
      <a:dk1>
        <a:sysClr val="windowText" lastClr="000000"/>
      </a:dk1>
      <a:lt1>
        <a:sysClr val="window" lastClr="FFFFFF"/>
      </a:lt1>
      <a:dk2>
        <a:srgbClr val="9E9E9E"/>
      </a:dk2>
      <a:lt2>
        <a:srgbClr val="E6E6E6"/>
      </a:lt2>
      <a:accent1>
        <a:srgbClr val="00677F"/>
      </a:accent1>
      <a:accent2>
        <a:srgbClr val="A6CAD8"/>
      </a:accent2>
      <a:accent3>
        <a:srgbClr val="5097AB"/>
      </a:accent3>
      <a:accent4>
        <a:srgbClr val="007A93"/>
      </a:accent4>
      <a:accent5>
        <a:srgbClr val="004355"/>
      </a:accent5>
      <a:accent6>
        <a:srgbClr val="00677F"/>
      </a:accent6>
      <a:hlink>
        <a:srgbClr val="00677F"/>
      </a:hlink>
      <a:folHlink>
        <a:srgbClr val="9E9E9E"/>
      </a:folHlink>
    </a:clrScheme>
    <a:fontScheme name="© Daimler">
      <a:majorFont>
        <a:latin typeface="Daimler CS"/>
        <a:ea typeface=""/>
        <a:cs typeface=""/>
      </a:majorFont>
      <a:minorFont>
        <a:latin typeface="Daimler CS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2000" dirty="0" err="1" smtClean="0">
            <a:latin typeface="Daimler CS" pitchFamily="2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spAutoFit/>
      </a:bodyPr>
      <a:lstStyle>
        <a:defPPr>
          <a:defRPr sz="2000" dirty="0" err="1" smtClean="0">
            <a:latin typeface="Daimler CS" pitchFamily="2" charset="0"/>
          </a:defRPr>
        </a:defPPr>
      </a:lstStyle>
    </a:txDef>
  </a:objectDefaults>
  <a:extraClrSchemeLst/>
  <a:custClrLst>
    <a:custClr name="Light Grey 100%">
      <a:srgbClr val="E6E6E6"/>
    </a:custClr>
    <a:custClr name="Light Grey +20 K">
      <a:srgbClr val="C8C8C8"/>
    </a:custClr>
    <a:custClr name="Light Grey +40 K">
      <a:srgbClr val="9E9E9E"/>
    </a:custClr>
    <a:custClr name="Light Grey +60 K">
      <a:srgbClr val="707070"/>
    </a:custClr>
    <a:custClr name="Light Grey +80 K">
      <a:srgbClr val="444444"/>
    </a:custClr>
    <a:custClr name="Weiß">
      <a:srgbClr val="FFFFFF"/>
    </a:custClr>
    <a:custClr name="Schwarz">
      <a:srgbClr val="000000"/>
    </a:custClr>
    <a:custClr>
      <a:srgbClr val="FFFFFF"/>
    </a:custClr>
    <a:custClr>
      <a:srgbClr val="FFFFFF"/>
    </a:custClr>
    <a:custClr>
      <a:srgbClr val="FFFFFF"/>
    </a:custClr>
    <a:custClr name="Petrol 100%">
      <a:srgbClr val="00677F"/>
    </a:custClr>
    <a:custClr name="Petrol 20%">
      <a:srgbClr val="A6CAD8"/>
    </a:custClr>
    <a:custClr name="Petrol 40%">
      <a:srgbClr val="79AEBF"/>
    </a:custClr>
    <a:custClr name="Petrol 60%">
      <a:srgbClr val="5097AB"/>
    </a:custClr>
    <a:custClr name="Petrol 80%">
      <a:srgbClr val="007A93"/>
    </a:custClr>
    <a:custClr name="Petrol +20 K">
      <a:srgbClr val="00566A"/>
    </a:custClr>
    <a:custClr name="Petrol +40 K">
      <a:srgbClr val="004355"/>
    </a:custClr>
    <a:custClr>
      <a:srgbClr val="FFFFFF"/>
    </a:custClr>
    <a:custClr>
      <a:srgbClr val="FFFFFF"/>
    </a:custClr>
    <a:custClr>
      <a:srgbClr val="FFFFFF"/>
    </a:custClr>
    <a:custClr name="Deep Red 100%">
      <a:srgbClr val="71180C"/>
    </a:custClr>
    <a:custClr name="Deep Red +20 K">
      <a:srgbClr val="5A130A"/>
    </a:custClr>
    <a:custClr name="Deep Red +40 K">
      <a:srgbClr val="440E07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Grün">
      <a:srgbClr val="00962F"/>
    </a:custClr>
    <a:custClr name="Gelb">
      <a:srgbClr val="FFD700"/>
    </a:custClr>
    <a:custClr name="Rot">
      <a:srgbClr val="FF0000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DT_PPT_Template_2021_EN.potx" id="{57D8D3D5-FBF6-402F-B786-A61759F7D873}" vid="{CA6737E2-8867-43E3-8528-A0CC7752C2B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840BCEDFE0504B9001B3D5EBACD3BF" ma:contentTypeVersion="4" ma:contentTypeDescription="Create a new document." ma:contentTypeScope="" ma:versionID="b13d6bbf432f342d581725cb8ded05b7">
  <xsd:schema xmlns:xsd="http://www.w3.org/2001/XMLSchema" xmlns:xs="http://www.w3.org/2001/XMLSchema" xmlns:p="http://schemas.microsoft.com/office/2006/metadata/properties" xmlns:ns2="75a6f67d-0bab-4f3d-bd17-266623137c5f" targetNamespace="http://schemas.microsoft.com/office/2006/metadata/properties" ma:root="true" ma:fieldsID="95cc075ff8ffe9f902038cdb131bcf21" ns2:_="">
    <xsd:import namespace="75a6f67d-0bab-4f3d-bd17-266623137c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a6f67d-0bab-4f3d-bd17-266623137c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14F95B-090E-42AF-9A39-C6DBDBDC0A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a6f67d-0bab-4f3d-bd17-266623137c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679EE2F-63CD-44B0-A531-81E75F037D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584341-071D-4BC4-B2EA-0D529C0E4025}">
  <ds:schemaRefs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  <ds:schemaRef ds:uri="http://schemas.microsoft.com/office/2006/documentManagement/types"/>
    <ds:schemaRef ds:uri="75a6f67d-0bab-4f3d-bd17-266623137c5f"/>
    <ds:schemaRef ds:uri="http://purl.org/dc/dcmitype/"/>
    <ds:schemaRef ds:uri="http://schemas.microsoft.com/office/infopath/2007/PartnerControl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b97ea58d-47e6-47cc-9ab7-39ab03def869}" enabled="1" method="Standard" siteId="{505cca53-5750-4134-9501-8d52d5df3cd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1470</TotalTime>
  <Words>48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CorpoS</vt:lpstr>
      <vt:lpstr>Courier New</vt:lpstr>
      <vt:lpstr>Daimler CS</vt:lpstr>
      <vt:lpstr>Symbol</vt:lpstr>
      <vt:lpstr>Wingdings</vt:lpstr>
      <vt:lpstr>Daimler Truck</vt:lpstr>
      <vt:lpstr>think-cell Slide</vt:lpstr>
      <vt:lpstr>XXX</vt:lpstr>
    </vt:vector>
  </TitlesOfParts>
  <Company>Daimler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TT/X Benchmark pre-Handout IAA TRANSPORTATION 2024</dc:title>
  <dc:creator>Tayem, Ramy (019)</dc:creator>
  <cp:lastModifiedBy>Sehgal, Samdeesh (019)</cp:lastModifiedBy>
  <cp:revision>3</cp:revision>
  <dcterms:created xsi:type="dcterms:W3CDTF">2024-08-01T06:47:50Z</dcterms:created>
  <dcterms:modified xsi:type="dcterms:W3CDTF">2025-11-25T09:33:58Z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0x010100E6840BCEDFE0504B9001B3D5EBACD3BF</vt:lpwstr>
  </property>
</Properties>
</file>